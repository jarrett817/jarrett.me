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427" r:id="rId2"/>
    <p:sldId id="588" r:id="rId3"/>
    <p:sldId id="490" r:id="rId4"/>
    <p:sldId id="659" r:id="rId5"/>
    <p:sldId id="680" r:id="rId6"/>
    <p:sldId id="679" r:id="rId7"/>
    <p:sldId id="649" r:id="rId8"/>
    <p:sldId id="491" r:id="rId9"/>
    <p:sldId id="625" r:id="rId10"/>
    <p:sldId id="651" r:id="rId11"/>
    <p:sldId id="683" r:id="rId12"/>
    <p:sldId id="684" r:id="rId13"/>
    <p:sldId id="685" r:id="rId14"/>
    <p:sldId id="686" r:id="rId15"/>
    <p:sldId id="687" r:id="rId16"/>
    <p:sldId id="689" r:id="rId17"/>
    <p:sldId id="688" r:id="rId18"/>
    <p:sldId id="570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4">
          <p15:clr>
            <a:srgbClr val="A4A3A4"/>
          </p15:clr>
        </p15:guide>
        <p15:guide id="2" pos="29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76DC"/>
    <a:srgbClr val="599ED5"/>
    <a:srgbClr val="00A0E9"/>
    <a:srgbClr val="D9F3FF"/>
    <a:srgbClr val="6BBEA5"/>
    <a:srgbClr val="F4D571"/>
    <a:srgbClr val="E17061"/>
    <a:srgbClr val="B7E9FF"/>
    <a:srgbClr val="79D6FF"/>
    <a:srgbClr val="072C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37" autoAdjust="0"/>
    <p:restoredTop sz="74672" autoAdjust="0"/>
  </p:normalViewPr>
  <p:slideViewPr>
    <p:cSldViewPr>
      <p:cViewPr varScale="1">
        <p:scale>
          <a:sx n="113" d="100"/>
          <a:sy n="113" d="100"/>
        </p:scale>
        <p:origin x="1266" y="108"/>
      </p:cViewPr>
      <p:guideLst>
        <p:guide orient="horz" pos="1624"/>
        <p:guide pos="298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8" d="100"/>
          <a:sy n="98" d="100"/>
        </p:scale>
        <p:origin x="244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1952D-FF9F-4B27-96D5-499BC6EEFFCB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2025/3/31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7CB3-6AE4-4F82-8DAB-5C36994BF5C4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</a:defRPr>
            </a:lvl1pPr>
          </a:lstStyle>
          <a:p>
            <a:fld id="{8AADD754-F49E-4351-AAFE-19D83F43501C}" type="datetimeFigureOut">
              <a:rPr lang="en-US" smtClean="0"/>
              <a:t>3/31/2025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</a:defRPr>
            </a:lvl1pPr>
          </a:lstStyle>
          <a:p>
            <a:fld id="{B78F6036-E835-44CB-A25A-34C755DFD5D4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F6036-E835-44CB-A25A-34C755DFD5D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2974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8F6036-E835-44CB-A25A-34C755DFD5D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7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938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873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633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99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93559" flipH="1">
            <a:off x="3270737" y="2910856"/>
            <a:ext cx="2602526" cy="2744852"/>
          </a:xfrm>
          <a:prstGeom prst="rect">
            <a:avLst/>
          </a:prstGeom>
        </p:spPr>
      </p:pic>
      <p:sp>
        <p:nvSpPr>
          <p:cNvPr id="24" name="标题 1"/>
          <p:cNvSpPr>
            <a:spLocks noGrp="1"/>
          </p:cNvSpPr>
          <p:nvPr>
            <p:ph type="title" hasCustomPrompt="1"/>
          </p:nvPr>
        </p:nvSpPr>
        <p:spPr>
          <a:xfrm>
            <a:off x="3123427" y="1107052"/>
            <a:ext cx="3867150" cy="696912"/>
          </a:xfrm>
          <a:prstGeom prst="rect">
            <a:avLst/>
          </a:prstGeom>
        </p:spPr>
        <p:txBody>
          <a:bodyPr/>
          <a:lstStyle>
            <a:lvl1pPr algn="l">
              <a:defRPr sz="36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请输入标题</a:t>
            </a: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0" hasCustomPrompt="1"/>
          </p:nvPr>
        </p:nvSpPr>
        <p:spPr>
          <a:xfrm>
            <a:off x="3124200" y="1809750"/>
            <a:ext cx="3867150" cy="99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请输入副标题</a:t>
            </a:r>
          </a:p>
        </p:txBody>
      </p:sp>
      <p:sp>
        <p:nvSpPr>
          <p:cNvPr id="34" name="文本占位符 32"/>
          <p:cNvSpPr>
            <a:spLocks noGrp="1"/>
          </p:cNvSpPr>
          <p:nvPr>
            <p:ph type="body" sz="quarter" idx="11" hasCustomPrompt="1"/>
          </p:nvPr>
        </p:nvSpPr>
        <p:spPr>
          <a:xfrm>
            <a:off x="2525079" y="4476750"/>
            <a:ext cx="4093843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slogan</a:t>
            </a:r>
            <a:endParaRPr lang="zh-CN" altLang="en-US" dirty="0"/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 hasCustomPrompt="1"/>
          </p:nvPr>
        </p:nvSpPr>
        <p:spPr>
          <a:xfrm>
            <a:off x="2525079" y="4054682"/>
            <a:ext cx="4093843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主讲人：</a:t>
            </a:r>
            <a:r>
              <a:rPr lang="en-US" altLang="zh-CN" dirty="0"/>
              <a:t>xxx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0099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93559" flipH="1">
            <a:off x="3270737" y="2910856"/>
            <a:ext cx="2602526" cy="2744852"/>
          </a:xfrm>
          <a:prstGeom prst="rect">
            <a:avLst/>
          </a:prstGeom>
        </p:spPr>
      </p:pic>
      <p:sp>
        <p:nvSpPr>
          <p:cNvPr id="24" name="标题 1"/>
          <p:cNvSpPr>
            <a:spLocks noGrp="1"/>
          </p:cNvSpPr>
          <p:nvPr>
            <p:ph type="title" hasCustomPrompt="1"/>
          </p:nvPr>
        </p:nvSpPr>
        <p:spPr>
          <a:xfrm>
            <a:off x="2609849" y="1581150"/>
            <a:ext cx="3867150" cy="696912"/>
          </a:xfrm>
          <a:prstGeom prst="rect">
            <a:avLst/>
          </a:prstGeom>
        </p:spPr>
        <p:txBody>
          <a:bodyPr/>
          <a:lstStyle>
            <a:lvl1pPr algn="ctr">
              <a:defRPr sz="3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谢谢！</a:t>
            </a:r>
          </a:p>
        </p:txBody>
      </p:sp>
      <p:sp>
        <p:nvSpPr>
          <p:cNvPr id="34" name="文本占位符 32"/>
          <p:cNvSpPr>
            <a:spLocks noGrp="1"/>
          </p:cNvSpPr>
          <p:nvPr>
            <p:ph type="body" sz="quarter" idx="11" hasCustomPrompt="1"/>
          </p:nvPr>
        </p:nvSpPr>
        <p:spPr>
          <a:xfrm>
            <a:off x="2525079" y="4476750"/>
            <a:ext cx="4093843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日期</a:t>
            </a:r>
          </a:p>
        </p:txBody>
      </p:sp>
      <p:sp>
        <p:nvSpPr>
          <p:cNvPr id="6" name="文本占位符 32"/>
          <p:cNvSpPr>
            <a:spLocks noGrp="1"/>
          </p:cNvSpPr>
          <p:nvPr>
            <p:ph type="body" sz="quarter" idx="12" hasCustomPrompt="1"/>
          </p:nvPr>
        </p:nvSpPr>
        <p:spPr>
          <a:xfrm>
            <a:off x="2525079" y="4054682"/>
            <a:ext cx="4093843" cy="457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主讲人：</a:t>
            </a:r>
            <a:r>
              <a:rPr lang="en-US" altLang="zh-CN" dirty="0"/>
              <a:t>xxx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2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1123950"/>
            <a:ext cx="6975900" cy="3429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0" lang="zh-CN" altLang="en-US" sz="126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正文内容（一级）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1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1123950"/>
            <a:ext cx="6975900" cy="3429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0" lang="zh-CN" altLang="en-US" sz="126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正文内容（一级）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占位符 53"/>
          <p:cNvSpPr>
            <a:spLocks noGrp="1"/>
          </p:cNvSpPr>
          <p:nvPr>
            <p:ph type="body" sz="quarter" idx="11" hasCustomPrompt="1"/>
          </p:nvPr>
        </p:nvSpPr>
        <p:spPr>
          <a:xfrm>
            <a:off x="1066097" y="2793541"/>
            <a:ext cx="990600" cy="38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公司简介</a:t>
            </a:r>
          </a:p>
        </p:txBody>
      </p:sp>
      <p:sp>
        <p:nvSpPr>
          <p:cNvPr id="55" name="文本占位符 53"/>
          <p:cNvSpPr>
            <a:spLocks noGrp="1"/>
          </p:cNvSpPr>
          <p:nvPr>
            <p:ph type="body" sz="quarter" idx="12" hasCustomPrompt="1"/>
          </p:nvPr>
        </p:nvSpPr>
        <p:spPr>
          <a:xfrm>
            <a:off x="2571759" y="2789464"/>
            <a:ext cx="990600" cy="38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产品介绍</a:t>
            </a:r>
          </a:p>
        </p:txBody>
      </p:sp>
      <p:sp>
        <p:nvSpPr>
          <p:cNvPr id="56" name="文本占位符 53"/>
          <p:cNvSpPr>
            <a:spLocks noGrp="1"/>
          </p:cNvSpPr>
          <p:nvPr>
            <p:ph type="body" sz="quarter" idx="13" hasCustomPrompt="1"/>
          </p:nvPr>
        </p:nvSpPr>
        <p:spPr>
          <a:xfrm>
            <a:off x="4145703" y="2789464"/>
            <a:ext cx="990600" cy="38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典型用户</a:t>
            </a:r>
          </a:p>
        </p:txBody>
      </p:sp>
      <p:sp>
        <p:nvSpPr>
          <p:cNvPr id="57" name="文本占位符 53"/>
          <p:cNvSpPr>
            <a:spLocks noGrp="1"/>
          </p:cNvSpPr>
          <p:nvPr>
            <p:ph type="body" sz="quarter" idx="14" hasCustomPrompt="1"/>
          </p:nvPr>
        </p:nvSpPr>
        <p:spPr>
          <a:xfrm>
            <a:off x="5745100" y="2785387"/>
            <a:ext cx="990600" cy="38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部分荣誉</a:t>
            </a:r>
          </a:p>
        </p:txBody>
      </p:sp>
      <p:sp>
        <p:nvSpPr>
          <p:cNvPr id="58" name="文本占位符 53"/>
          <p:cNvSpPr>
            <a:spLocks noGrp="1"/>
          </p:cNvSpPr>
          <p:nvPr>
            <p:ph type="body" sz="quarter" idx="15" hasCustomPrompt="1"/>
          </p:nvPr>
        </p:nvSpPr>
        <p:spPr>
          <a:xfrm>
            <a:off x="7300231" y="2785387"/>
            <a:ext cx="990600" cy="381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其他产品</a:t>
            </a:r>
          </a:p>
        </p:txBody>
      </p:sp>
      <p:sp>
        <p:nvSpPr>
          <p:cNvPr id="42" name="文本占位符 54"/>
          <p:cNvSpPr>
            <a:spLocks noGrp="1"/>
          </p:cNvSpPr>
          <p:nvPr>
            <p:ph type="body" sz="quarter" idx="16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bg>
      <p:bgPr>
        <a:solidFill>
          <a:srgbClr val="072C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占位符 5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3412898" y="3105150"/>
            <a:ext cx="2318204" cy="5156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章节大标题</a:t>
            </a:r>
          </a:p>
        </p:txBody>
      </p:sp>
      <p:sp>
        <p:nvSpPr>
          <p:cNvPr id="67" name="文本占位符 54"/>
          <p:cNvSpPr>
            <a:spLocks noGrp="1"/>
          </p:cNvSpPr>
          <p:nvPr>
            <p:ph type="body" sz="quarter" idx="17" hasCustomPrompt="1"/>
          </p:nvPr>
        </p:nvSpPr>
        <p:spPr>
          <a:xfrm>
            <a:off x="3306252" y="3732325"/>
            <a:ext cx="2531496" cy="57903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sp>
        <p:nvSpPr>
          <p:cNvPr id="70" name="Rectangle 45"/>
          <p:cNvSpPr/>
          <p:nvPr userDrawn="1"/>
        </p:nvSpPr>
        <p:spPr>
          <a:xfrm>
            <a:off x="6148544" y="1172937"/>
            <a:ext cx="2090057" cy="2873826"/>
          </a:xfrm>
          <a:prstGeom prst="rect">
            <a:avLst/>
          </a:prstGeom>
          <a:solidFill>
            <a:srgbClr val="79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Rectangle 45"/>
          <p:cNvSpPr/>
          <p:nvPr userDrawn="1"/>
        </p:nvSpPr>
        <p:spPr>
          <a:xfrm>
            <a:off x="753000" y="1172937"/>
            <a:ext cx="2090057" cy="2873826"/>
          </a:xfrm>
          <a:prstGeom prst="rect">
            <a:avLst/>
          </a:prstGeom>
          <a:solidFill>
            <a:srgbClr val="1A7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Rectangle 45"/>
          <p:cNvSpPr/>
          <p:nvPr/>
        </p:nvSpPr>
        <p:spPr>
          <a:xfrm>
            <a:off x="3450772" y="1172937"/>
            <a:ext cx="2090057" cy="2873826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927100" y="1422498"/>
            <a:ext cx="1752600" cy="24446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3" name="文本占位符 9"/>
          <p:cNvSpPr>
            <a:spLocks noGrp="1"/>
          </p:cNvSpPr>
          <p:nvPr>
            <p:ph type="body" sz="quarter" idx="12" hasCustomPrompt="1"/>
          </p:nvPr>
        </p:nvSpPr>
        <p:spPr>
          <a:xfrm>
            <a:off x="3617504" y="1422498"/>
            <a:ext cx="1752600" cy="244465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chemeClr val="bg1"/>
                </a:solidFill>
                <a:latin typeface="Source Han Sans CN Medium" charset="-122"/>
                <a:ea typeface="Source Han Sans CN Medium" charset="-122"/>
              </a:defRPr>
            </a:lvl1pPr>
          </a:lstStyle>
          <a:p>
            <a:pPr marL="0" indent="0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正文二级内容</a:t>
            </a:r>
            <a:endParaRPr lang="en-US" altLang="zh-CN" sz="11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4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6317272" y="1426848"/>
            <a:ext cx="1752600" cy="244030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chemeClr val="bg1"/>
                </a:solidFill>
                <a:latin typeface="Source Han Sans CN Medium" charset="-122"/>
                <a:ea typeface="Source Han Sans CN Medium" charset="-122"/>
              </a:defRPr>
            </a:lvl1pPr>
          </a:lstStyle>
          <a:p>
            <a: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sz="1100" dirty="0">
                <a:solidFill>
                  <a:schemeClr val="bg1">
                    <a:lumMod val="95000"/>
                  </a:schemeClr>
                </a:solidFill>
                <a:latin typeface="+mn-ea"/>
                <a:ea typeface="+mn-ea"/>
              </a:rPr>
              <a:t>正文二级内容</a:t>
            </a:r>
            <a:endParaRPr lang="en-US" altLang="zh-CN" sz="1100" dirty="0">
              <a:solidFill>
                <a:schemeClr val="bg1">
                  <a:lumMod val="9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758059" y="3066942"/>
            <a:ext cx="1352549" cy="2933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56" name="文本占位符 54"/>
          <p:cNvSpPr>
            <a:spLocks noGrp="1"/>
          </p:cNvSpPr>
          <p:nvPr>
            <p:ph type="body" sz="quarter" idx="12" hasCustomPrompt="1"/>
          </p:nvPr>
        </p:nvSpPr>
        <p:spPr>
          <a:xfrm>
            <a:off x="758059" y="3442394"/>
            <a:ext cx="1352549" cy="31034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正文</a:t>
            </a:r>
          </a:p>
        </p:txBody>
      </p:sp>
      <p:sp>
        <p:nvSpPr>
          <p:cNvPr id="57" name="文本占位符 54"/>
          <p:cNvSpPr>
            <a:spLocks noGrp="1"/>
          </p:cNvSpPr>
          <p:nvPr>
            <p:ph type="body" sz="quarter" idx="13" hasCustomPrompt="1"/>
          </p:nvPr>
        </p:nvSpPr>
        <p:spPr>
          <a:xfrm>
            <a:off x="2600794" y="3062104"/>
            <a:ext cx="1352549" cy="2933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58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2600794" y="3437556"/>
            <a:ext cx="1352549" cy="31034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正文</a:t>
            </a:r>
          </a:p>
        </p:txBody>
      </p:sp>
      <p:sp>
        <p:nvSpPr>
          <p:cNvPr id="59" name="文本占位符 54"/>
          <p:cNvSpPr>
            <a:spLocks noGrp="1"/>
          </p:cNvSpPr>
          <p:nvPr>
            <p:ph type="body" sz="quarter" idx="15" hasCustomPrompt="1"/>
          </p:nvPr>
        </p:nvSpPr>
        <p:spPr>
          <a:xfrm>
            <a:off x="4860618" y="3063374"/>
            <a:ext cx="1352549" cy="2933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60" name="文本占位符 54"/>
          <p:cNvSpPr>
            <a:spLocks noGrp="1"/>
          </p:cNvSpPr>
          <p:nvPr>
            <p:ph type="body" sz="quarter" idx="16" hasCustomPrompt="1"/>
          </p:nvPr>
        </p:nvSpPr>
        <p:spPr>
          <a:xfrm>
            <a:off x="4860618" y="3438826"/>
            <a:ext cx="1352549" cy="31034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正文</a:t>
            </a:r>
          </a:p>
        </p:txBody>
      </p:sp>
      <p:sp>
        <p:nvSpPr>
          <p:cNvPr id="61" name="文本占位符 54"/>
          <p:cNvSpPr>
            <a:spLocks noGrp="1"/>
          </p:cNvSpPr>
          <p:nvPr>
            <p:ph type="body" sz="quarter" idx="17" hasCustomPrompt="1"/>
          </p:nvPr>
        </p:nvSpPr>
        <p:spPr>
          <a:xfrm>
            <a:off x="7171243" y="3066942"/>
            <a:ext cx="1352549" cy="2933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62" name="文本占位符 54"/>
          <p:cNvSpPr>
            <a:spLocks noGrp="1"/>
          </p:cNvSpPr>
          <p:nvPr>
            <p:ph type="body" sz="quarter" idx="18" hasCustomPrompt="1"/>
          </p:nvPr>
        </p:nvSpPr>
        <p:spPr>
          <a:xfrm>
            <a:off x="7171243" y="3442394"/>
            <a:ext cx="1352549" cy="31034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正文</a:t>
            </a:r>
          </a:p>
        </p:txBody>
      </p:sp>
      <p:sp>
        <p:nvSpPr>
          <p:cNvPr id="47" name="文本占位符 54"/>
          <p:cNvSpPr>
            <a:spLocks noGrp="1"/>
          </p:cNvSpPr>
          <p:nvPr>
            <p:ph type="body" sz="quarter" idx="19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1253700" y="4211022"/>
            <a:ext cx="1352549" cy="2933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4" name="图片占位符 3"/>
          <p:cNvSpPr>
            <a:spLocks noGrp="1"/>
          </p:cNvSpPr>
          <p:nvPr>
            <p:ph type="pic" sz="quarter" idx="13"/>
          </p:nvPr>
        </p:nvSpPr>
        <p:spPr>
          <a:xfrm>
            <a:off x="1257300" y="1200150"/>
            <a:ext cx="6629400" cy="281940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文本占位符 54"/>
          <p:cNvSpPr>
            <a:spLocks noGrp="1"/>
          </p:cNvSpPr>
          <p:nvPr>
            <p:ph type="body" sz="quarter" idx="16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8" hasCustomPrompt="1"/>
          </p:nvPr>
        </p:nvSpPr>
        <p:spPr>
          <a:xfrm>
            <a:off x="1253700" y="4211022"/>
            <a:ext cx="6696500" cy="5705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53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占位符 54"/>
          <p:cNvSpPr>
            <a:spLocks noGrp="1"/>
          </p:cNvSpPr>
          <p:nvPr>
            <p:ph type="body" sz="quarter" idx="16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sp>
        <p:nvSpPr>
          <p:cNvPr id="9" name="Rectangle 31"/>
          <p:cNvSpPr/>
          <p:nvPr/>
        </p:nvSpPr>
        <p:spPr>
          <a:xfrm>
            <a:off x="2143108" y="2676530"/>
            <a:ext cx="1571636" cy="285752"/>
          </a:xfrm>
          <a:prstGeom prst="rect">
            <a:avLst/>
          </a:prstGeom>
          <a:solidFill>
            <a:srgbClr val="1A7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n>
                <a:solidFill>
                  <a:srgbClr val="1A76DC"/>
                </a:solidFill>
              </a:ln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26"/>
          <p:cNvSpPr/>
          <p:nvPr/>
        </p:nvSpPr>
        <p:spPr>
          <a:xfrm>
            <a:off x="500034" y="3033720"/>
            <a:ext cx="1571636" cy="285752"/>
          </a:xfrm>
          <a:prstGeom prst="rect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34"/>
          <p:cNvSpPr/>
          <p:nvPr/>
        </p:nvSpPr>
        <p:spPr>
          <a:xfrm>
            <a:off x="3786182" y="2319340"/>
            <a:ext cx="1571636" cy="2857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35"/>
          <p:cNvSpPr/>
          <p:nvPr/>
        </p:nvSpPr>
        <p:spPr>
          <a:xfrm>
            <a:off x="5429256" y="1962150"/>
            <a:ext cx="1571636" cy="285752"/>
          </a:xfrm>
          <a:prstGeom prst="rect">
            <a:avLst/>
          </a:prstGeom>
          <a:solidFill>
            <a:srgbClr val="79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37"/>
          <p:cNvSpPr/>
          <p:nvPr/>
        </p:nvSpPr>
        <p:spPr>
          <a:xfrm>
            <a:off x="7072330" y="1604960"/>
            <a:ext cx="1571636" cy="285752"/>
          </a:xfrm>
          <a:prstGeom prst="rect">
            <a:avLst/>
          </a:prstGeom>
          <a:solidFill>
            <a:srgbClr val="D9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Straight Connector 37"/>
          <p:cNvCxnSpPr/>
          <p:nvPr/>
        </p:nvCxnSpPr>
        <p:spPr>
          <a:xfrm rot="5400000">
            <a:off x="2195014" y="385629"/>
            <a:ext cx="286546" cy="106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46"/>
          <p:cNvCxnSpPr/>
          <p:nvPr/>
        </p:nvCxnSpPr>
        <p:spPr>
          <a:xfrm rot="5400000">
            <a:off x="6664726" y="385629"/>
            <a:ext cx="286546" cy="106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占位符 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0034" y="3436219"/>
            <a:ext cx="1571636" cy="142153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6" name="文本占位符 9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43107" y="3059845"/>
            <a:ext cx="1571636" cy="142153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7" name="文本占位符 9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786183" y="2693258"/>
            <a:ext cx="1571636" cy="142153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8" name="文本占位符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429256" y="2349080"/>
            <a:ext cx="1571636" cy="142153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9" name="文本占位符 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072330" y="2014688"/>
            <a:ext cx="1571636" cy="142153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 sz="1100" b="0" i="0" baseline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7" name="文本占位符 54"/>
          <p:cNvSpPr>
            <a:spLocks noGrp="1"/>
          </p:cNvSpPr>
          <p:nvPr>
            <p:ph type="body" sz="quarter" idx="16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500"/>
          </a:xfrm>
          <a:prstGeom prst="rect">
            <a:avLst/>
          </a:prstGeom>
        </p:spPr>
      </p:pic>
      <p:cxnSp>
        <p:nvCxnSpPr>
          <p:cNvPr id="51" name="Straight Connector 37"/>
          <p:cNvCxnSpPr/>
          <p:nvPr/>
        </p:nvCxnSpPr>
        <p:spPr>
          <a:xfrm rot="5400000">
            <a:off x="2929060" y="385629"/>
            <a:ext cx="286546" cy="106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46"/>
          <p:cNvCxnSpPr/>
          <p:nvPr/>
        </p:nvCxnSpPr>
        <p:spPr>
          <a:xfrm rot="5400000">
            <a:off x="5929456" y="385629"/>
            <a:ext cx="286546" cy="106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占位符 4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71802" y="209550"/>
            <a:ext cx="3000396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sp>
        <p:nvSpPr>
          <p:cNvPr id="8" name="文本占位符 54"/>
          <p:cNvSpPr>
            <a:spLocks noGrp="1"/>
          </p:cNvSpPr>
          <p:nvPr>
            <p:ph type="body" sz="quarter" idx="16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9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1123950"/>
            <a:ext cx="6975900" cy="3429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0" lang="zh-CN" altLang="en-US" sz="126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正文内容（一级）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1907310" y="2295861"/>
            <a:ext cx="1352549" cy="6338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9" name="Bent Arrow 18"/>
          <p:cNvSpPr/>
          <p:nvPr/>
        </p:nvSpPr>
        <p:spPr>
          <a:xfrm>
            <a:off x="1724012" y="2932563"/>
            <a:ext cx="1821669" cy="1163187"/>
          </a:xfrm>
          <a:prstGeom prst="bentArrow">
            <a:avLst/>
          </a:prstGeom>
          <a:solidFill>
            <a:srgbClr val="1A76DC"/>
          </a:solidFill>
          <a:ln>
            <a:noFill/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Bent Arrow 20"/>
          <p:cNvSpPr/>
          <p:nvPr/>
        </p:nvSpPr>
        <p:spPr>
          <a:xfrm>
            <a:off x="5889900" y="2221726"/>
            <a:ext cx="1821669" cy="1163187"/>
          </a:xfrm>
          <a:prstGeom prst="bentArrow">
            <a:avLst/>
          </a:prstGeom>
          <a:solidFill>
            <a:srgbClr val="79D6FF"/>
          </a:solidFill>
          <a:ln>
            <a:noFill/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Bent Arrow 19"/>
          <p:cNvSpPr/>
          <p:nvPr/>
        </p:nvSpPr>
        <p:spPr>
          <a:xfrm>
            <a:off x="3802868" y="2544834"/>
            <a:ext cx="1821669" cy="1163187"/>
          </a:xfrm>
          <a:prstGeom prst="bentArrow">
            <a:avLst/>
          </a:prstGeom>
          <a:solidFill>
            <a:srgbClr val="00A0E9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b="0" i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占位符 54"/>
          <p:cNvSpPr>
            <a:spLocks noGrp="1"/>
          </p:cNvSpPr>
          <p:nvPr>
            <p:ph type="body" sz="quarter" idx="12" hasCustomPrompt="1"/>
          </p:nvPr>
        </p:nvSpPr>
        <p:spPr>
          <a:xfrm>
            <a:off x="3995965" y="1904796"/>
            <a:ext cx="1352549" cy="6338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32" name="文本占位符 54"/>
          <p:cNvSpPr>
            <a:spLocks noGrp="1"/>
          </p:cNvSpPr>
          <p:nvPr>
            <p:ph type="body" sz="quarter" idx="13" hasCustomPrompt="1"/>
          </p:nvPr>
        </p:nvSpPr>
        <p:spPr>
          <a:xfrm>
            <a:off x="6064161" y="1587866"/>
            <a:ext cx="1352549" cy="63385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16" name="文本占位符 54"/>
          <p:cNvSpPr>
            <a:spLocks noGrp="1"/>
          </p:cNvSpPr>
          <p:nvPr>
            <p:ph type="body" sz="quarter" idx="16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181350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5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6"/>
          </p:nvPr>
        </p:nvSpPr>
        <p:spPr>
          <a:xfrm>
            <a:off x="1084519" y="1809749"/>
            <a:ext cx="1066800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2600667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4568870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6550070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图片占位符 2"/>
          <p:cNvSpPr>
            <a:spLocks noGrp="1"/>
          </p:cNvSpPr>
          <p:nvPr>
            <p:ph type="pic" sz="quarter" idx="17"/>
          </p:nvPr>
        </p:nvSpPr>
        <p:spPr>
          <a:xfrm>
            <a:off x="3059891" y="2803502"/>
            <a:ext cx="1066800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7" name="图片占位符 2"/>
          <p:cNvSpPr>
            <a:spLocks noGrp="1"/>
          </p:cNvSpPr>
          <p:nvPr>
            <p:ph type="pic" sz="quarter" idx="18"/>
          </p:nvPr>
        </p:nvSpPr>
        <p:spPr>
          <a:xfrm>
            <a:off x="5005398" y="1809749"/>
            <a:ext cx="1066800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3" name="图片占位符 2"/>
          <p:cNvSpPr>
            <a:spLocks noGrp="1"/>
          </p:cNvSpPr>
          <p:nvPr>
            <p:ph type="pic" sz="quarter" idx="19"/>
          </p:nvPr>
        </p:nvSpPr>
        <p:spPr>
          <a:xfrm>
            <a:off x="6907700" y="2803502"/>
            <a:ext cx="1066800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4" name="文本占位符 54"/>
          <p:cNvSpPr>
            <a:spLocks noGrp="1"/>
          </p:cNvSpPr>
          <p:nvPr>
            <p:ph type="body" sz="quarter" idx="20" hasCustomPrompt="1"/>
          </p:nvPr>
        </p:nvSpPr>
        <p:spPr>
          <a:xfrm>
            <a:off x="2740070" y="1809749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5" name="文本占位符 54"/>
          <p:cNvSpPr>
            <a:spLocks noGrp="1"/>
          </p:cNvSpPr>
          <p:nvPr>
            <p:ph type="body" sz="quarter" idx="21" hasCustomPrompt="1"/>
          </p:nvPr>
        </p:nvSpPr>
        <p:spPr>
          <a:xfrm>
            <a:off x="4568871" y="3181350"/>
            <a:ext cx="1981200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6" name="文本占位符 54"/>
          <p:cNvSpPr>
            <a:spLocks noGrp="1"/>
          </p:cNvSpPr>
          <p:nvPr>
            <p:ph type="body" sz="quarter" idx="22" hasCustomPrompt="1"/>
          </p:nvPr>
        </p:nvSpPr>
        <p:spPr>
          <a:xfrm>
            <a:off x="6600275" y="1809749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181350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5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6"/>
          </p:nvPr>
        </p:nvSpPr>
        <p:spPr>
          <a:xfrm>
            <a:off x="1084519" y="1809749"/>
            <a:ext cx="1052211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cxnSp>
        <p:nvCxnSpPr>
          <p:cNvPr id="23" name="直接连接符 22"/>
          <p:cNvCxnSpPr/>
          <p:nvPr userDrawn="1"/>
        </p:nvCxnSpPr>
        <p:spPr>
          <a:xfrm>
            <a:off x="2600667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 userDrawn="1"/>
        </p:nvCxnSpPr>
        <p:spPr>
          <a:xfrm>
            <a:off x="4568870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6550070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54"/>
          <p:cNvSpPr>
            <a:spLocks noGrp="1"/>
          </p:cNvSpPr>
          <p:nvPr>
            <p:ph type="body" sz="quarter" idx="17" hasCustomPrompt="1"/>
          </p:nvPr>
        </p:nvSpPr>
        <p:spPr>
          <a:xfrm>
            <a:off x="2734111" y="3177900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9" name="图片占位符 2"/>
          <p:cNvSpPr>
            <a:spLocks noGrp="1"/>
          </p:cNvSpPr>
          <p:nvPr>
            <p:ph type="pic" sz="quarter" idx="18"/>
          </p:nvPr>
        </p:nvSpPr>
        <p:spPr>
          <a:xfrm>
            <a:off x="3056630" y="1806299"/>
            <a:ext cx="1052211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54"/>
          <p:cNvSpPr>
            <a:spLocks noGrp="1"/>
          </p:cNvSpPr>
          <p:nvPr>
            <p:ph type="body" sz="quarter" idx="19" hasCustomPrompt="1"/>
          </p:nvPr>
        </p:nvSpPr>
        <p:spPr>
          <a:xfrm>
            <a:off x="4702314" y="3177900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1" name="图片占位符 2"/>
          <p:cNvSpPr>
            <a:spLocks noGrp="1"/>
          </p:cNvSpPr>
          <p:nvPr>
            <p:ph type="pic" sz="quarter" idx="20"/>
          </p:nvPr>
        </p:nvSpPr>
        <p:spPr>
          <a:xfrm>
            <a:off x="5024833" y="1806299"/>
            <a:ext cx="1052211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2" name="文本占位符 54"/>
          <p:cNvSpPr>
            <a:spLocks noGrp="1"/>
          </p:cNvSpPr>
          <p:nvPr>
            <p:ph type="body" sz="quarter" idx="21" hasCustomPrompt="1"/>
          </p:nvPr>
        </p:nvSpPr>
        <p:spPr>
          <a:xfrm>
            <a:off x="6705600" y="3177900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8" name="图片占位符 2"/>
          <p:cNvSpPr>
            <a:spLocks noGrp="1"/>
          </p:cNvSpPr>
          <p:nvPr>
            <p:ph type="pic" sz="quarter" idx="22"/>
          </p:nvPr>
        </p:nvSpPr>
        <p:spPr>
          <a:xfrm>
            <a:off x="7028119" y="1806299"/>
            <a:ext cx="1052211" cy="1011707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3376172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 userDrawn="1"/>
        </p:nvCxnSpPr>
        <p:spPr>
          <a:xfrm>
            <a:off x="5817195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图片占位符 2"/>
          <p:cNvSpPr>
            <a:spLocks noGrp="1"/>
          </p:cNvSpPr>
          <p:nvPr>
            <p:ph type="pic" sz="quarter" idx="17"/>
          </p:nvPr>
        </p:nvSpPr>
        <p:spPr>
          <a:xfrm>
            <a:off x="1600200" y="2704327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4" name="文本占位符 54"/>
          <p:cNvSpPr>
            <a:spLocks noGrp="1"/>
          </p:cNvSpPr>
          <p:nvPr>
            <p:ph type="body" sz="quarter" idx="20" hasCustomPrompt="1"/>
          </p:nvPr>
        </p:nvSpPr>
        <p:spPr>
          <a:xfrm>
            <a:off x="1438354" y="1657350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5" name="文本占位符 54"/>
          <p:cNvSpPr>
            <a:spLocks noGrp="1"/>
          </p:cNvSpPr>
          <p:nvPr>
            <p:ph type="body" sz="quarter" idx="21" hasCustomPrompt="1"/>
          </p:nvPr>
        </p:nvSpPr>
        <p:spPr>
          <a:xfrm>
            <a:off x="3607396" y="3385479"/>
            <a:ext cx="1981200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8" name="图片占位符 2"/>
          <p:cNvSpPr>
            <a:spLocks noGrp="1"/>
          </p:cNvSpPr>
          <p:nvPr>
            <p:ph type="pic" sz="quarter" idx="23"/>
          </p:nvPr>
        </p:nvSpPr>
        <p:spPr>
          <a:xfrm>
            <a:off x="3880363" y="1662001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9" name="图片占位符 2"/>
          <p:cNvSpPr>
            <a:spLocks noGrp="1"/>
          </p:cNvSpPr>
          <p:nvPr>
            <p:ph type="pic" sz="quarter" idx="24"/>
          </p:nvPr>
        </p:nvSpPr>
        <p:spPr>
          <a:xfrm>
            <a:off x="6181646" y="2704327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0" name="文本占位符 54"/>
          <p:cNvSpPr>
            <a:spLocks noGrp="1"/>
          </p:cNvSpPr>
          <p:nvPr>
            <p:ph type="body" sz="quarter" idx="25" hasCustomPrompt="1"/>
          </p:nvPr>
        </p:nvSpPr>
        <p:spPr>
          <a:xfrm>
            <a:off x="6019800" y="1657350"/>
            <a:ext cx="1702395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 userDrawn="1"/>
        </p:nvCxnSpPr>
        <p:spPr>
          <a:xfrm>
            <a:off x="4573673" y="1335661"/>
            <a:ext cx="0" cy="3064889"/>
          </a:xfrm>
          <a:prstGeom prst="line">
            <a:avLst/>
          </a:prstGeom>
          <a:ln w="6350">
            <a:solidFill>
              <a:srgbClr val="00A0E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图片占位符 2"/>
          <p:cNvSpPr>
            <a:spLocks noGrp="1"/>
          </p:cNvSpPr>
          <p:nvPr>
            <p:ph type="pic" sz="quarter" idx="23"/>
          </p:nvPr>
        </p:nvSpPr>
        <p:spPr>
          <a:xfrm>
            <a:off x="5607927" y="1662001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2" name="文本占位符 54"/>
          <p:cNvSpPr>
            <a:spLocks noGrp="1"/>
          </p:cNvSpPr>
          <p:nvPr>
            <p:ph type="body" sz="quarter" idx="24" hasCustomPrompt="1"/>
          </p:nvPr>
        </p:nvSpPr>
        <p:spPr>
          <a:xfrm>
            <a:off x="1560692" y="3667462"/>
            <a:ext cx="2550123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3" name="图片占位符 2"/>
          <p:cNvSpPr>
            <a:spLocks noGrp="1"/>
          </p:cNvSpPr>
          <p:nvPr>
            <p:ph type="pic" sz="quarter" idx="25"/>
          </p:nvPr>
        </p:nvSpPr>
        <p:spPr>
          <a:xfrm>
            <a:off x="2142444" y="1662001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7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5026175" y="3667462"/>
            <a:ext cx="2550123" cy="633859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1" name="文本占位符 54"/>
          <p:cNvSpPr>
            <a:spLocks noGrp="1"/>
          </p:cNvSpPr>
          <p:nvPr>
            <p:ph type="body" sz="quarter" idx="27" hasCustomPrompt="1"/>
          </p:nvPr>
        </p:nvSpPr>
        <p:spPr>
          <a:xfrm>
            <a:off x="1560691" y="3225345"/>
            <a:ext cx="2550123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12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5026174" y="3237825"/>
            <a:ext cx="2550123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31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1373273" y="637953"/>
            <a:ext cx="6400800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2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2187043" y="209550"/>
            <a:ext cx="4773261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cxnSp>
        <p:nvCxnSpPr>
          <p:cNvPr id="33" name="Straight Connector 37"/>
          <p:cNvCxnSpPr/>
          <p:nvPr userDrawn="1"/>
        </p:nvCxnSpPr>
        <p:spPr>
          <a:xfrm rot="5400000">
            <a:off x="1990858" y="385629"/>
            <a:ext cx="286546" cy="106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46"/>
          <p:cNvCxnSpPr/>
          <p:nvPr userDrawn="1"/>
        </p:nvCxnSpPr>
        <p:spPr>
          <a:xfrm rot="5400000">
            <a:off x="6866596" y="385629"/>
            <a:ext cx="286546" cy="106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1373273" y="637953"/>
            <a:ext cx="6400800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6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2187043" y="209550"/>
            <a:ext cx="4773261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cxnSp>
        <p:nvCxnSpPr>
          <p:cNvPr id="17" name="Straight Connector 37"/>
          <p:cNvCxnSpPr/>
          <p:nvPr userDrawn="1"/>
        </p:nvCxnSpPr>
        <p:spPr>
          <a:xfrm rot="5400000">
            <a:off x="1990858" y="385629"/>
            <a:ext cx="286546" cy="106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46"/>
          <p:cNvCxnSpPr/>
          <p:nvPr userDrawn="1"/>
        </p:nvCxnSpPr>
        <p:spPr>
          <a:xfrm rot="5400000">
            <a:off x="6866596" y="385629"/>
            <a:ext cx="286546" cy="1062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占位符 54"/>
          <p:cNvSpPr>
            <a:spLocks noGrp="1"/>
          </p:cNvSpPr>
          <p:nvPr>
            <p:ph type="body" sz="quarter" idx="24" hasCustomPrompt="1"/>
          </p:nvPr>
        </p:nvSpPr>
        <p:spPr>
          <a:xfrm>
            <a:off x="1373273" y="3471067"/>
            <a:ext cx="6400800" cy="100568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3" name="图片占位符 2"/>
          <p:cNvSpPr>
            <a:spLocks noGrp="1"/>
          </p:cNvSpPr>
          <p:nvPr>
            <p:ph type="pic" sz="quarter" idx="25"/>
          </p:nvPr>
        </p:nvSpPr>
        <p:spPr>
          <a:xfrm>
            <a:off x="3880362" y="1401188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文本占位符 54"/>
          <p:cNvSpPr>
            <a:spLocks noGrp="1"/>
          </p:cNvSpPr>
          <p:nvPr>
            <p:ph type="body" sz="quarter" idx="27" hasCustomPrompt="1"/>
          </p:nvPr>
        </p:nvSpPr>
        <p:spPr>
          <a:xfrm>
            <a:off x="1373273" y="3028950"/>
            <a:ext cx="6400800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图片占位符 2"/>
          <p:cNvSpPr>
            <a:spLocks noGrp="1"/>
          </p:cNvSpPr>
          <p:nvPr>
            <p:ph type="pic" sz="quarter" idx="23"/>
          </p:nvPr>
        </p:nvSpPr>
        <p:spPr>
          <a:xfrm>
            <a:off x="3880363" y="1524876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2"/>
          <p:cNvSpPr>
            <a:spLocks noGrp="1"/>
          </p:cNvSpPr>
          <p:nvPr>
            <p:ph type="pic" sz="quarter" idx="25"/>
          </p:nvPr>
        </p:nvSpPr>
        <p:spPr>
          <a:xfrm>
            <a:off x="6447758" y="1532324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1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1066800" y="3484310"/>
            <a:ext cx="1981200" cy="9315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2" name="图片占位符 2"/>
          <p:cNvSpPr>
            <a:spLocks noGrp="1"/>
          </p:cNvSpPr>
          <p:nvPr>
            <p:ph type="pic" sz="quarter" idx="27"/>
          </p:nvPr>
        </p:nvSpPr>
        <p:spPr>
          <a:xfrm>
            <a:off x="1339767" y="1524876"/>
            <a:ext cx="1386621" cy="1315011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3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1066800" y="3027295"/>
            <a:ext cx="1989094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27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1066800" y="895350"/>
            <a:ext cx="1989094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28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3602137" y="895350"/>
            <a:ext cx="1989094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29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3599501" y="3499207"/>
            <a:ext cx="1981200" cy="9315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0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3599501" y="3042192"/>
            <a:ext cx="1989094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31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6164306" y="895350"/>
            <a:ext cx="1989094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32" name="文本占位符 54"/>
          <p:cNvSpPr>
            <a:spLocks noGrp="1"/>
          </p:cNvSpPr>
          <p:nvPr>
            <p:ph type="body" sz="quarter" idx="34" hasCustomPrompt="1"/>
          </p:nvPr>
        </p:nvSpPr>
        <p:spPr>
          <a:xfrm>
            <a:off x="6161670" y="3499207"/>
            <a:ext cx="1981200" cy="93151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3" name="文本占位符 54"/>
          <p:cNvSpPr>
            <a:spLocks noGrp="1"/>
          </p:cNvSpPr>
          <p:nvPr>
            <p:ph type="body" sz="quarter" idx="35" hasCustomPrompt="1"/>
          </p:nvPr>
        </p:nvSpPr>
        <p:spPr>
          <a:xfrm>
            <a:off x="6161670" y="3042192"/>
            <a:ext cx="1989094" cy="44211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4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49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5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4" name="文本占位符 54"/>
          <p:cNvSpPr>
            <a:spLocks noGrp="1"/>
          </p:cNvSpPr>
          <p:nvPr>
            <p:ph type="body" sz="quarter" idx="20" hasCustomPrompt="1"/>
          </p:nvPr>
        </p:nvSpPr>
        <p:spPr>
          <a:xfrm>
            <a:off x="990600" y="2117698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cxnSp>
        <p:nvCxnSpPr>
          <p:cNvPr id="17" name="Straight Connector 34"/>
          <p:cNvCxnSpPr/>
          <p:nvPr/>
        </p:nvCxnSpPr>
        <p:spPr>
          <a:xfrm rot="16200000" flipV="1">
            <a:off x="2819724" y="1809411"/>
            <a:ext cx="4091" cy="1071570"/>
          </a:xfrm>
          <a:prstGeom prst="line">
            <a:avLst/>
          </a:prstGeom>
          <a:solidFill>
            <a:srgbClr val="072C62"/>
          </a:solidFill>
          <a:ln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38"/>
          <p:cNvCxnSpPr/>
          <p:nvPr/>
        </p:nvCxnSpPr>
        <p:spPr>
          <a:xfrm rot="5400000" flipH="1" flipV="1">
            <a:off x="6142075" y="1845615"/>
            <a:ext cx="4091" cy="999163"/>
          </a:xfrm>
          <a:prstGeom prst="line">
            <a:avLst/>
          </a:prstGeom>
          <a:solidFill>
            <a:srgbClr val="1A76DC"/>
          </a:solidFill>
          <a:ln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占位符 54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3853112" y="1773557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56" name="文本占位符 54"/>
          <p:cNvSpPr>
            <a:spLocks noGrp="1"/>
          </p:cNvSpPr>
          <p:nvPr>
            <p:ph type="body" sz="quarter" idx="22" hasCustomPrompt="1"/>
          </p:nvPr>
        </p:nvSpPr>
        <p:spPr>
          <a:xfrm>
            <a:off x="6655017" y="2122988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21" name="Isosceles Triangle 7"/>
          <p:cNvSpPr/>
          <p:nvPr/>
        </p:nvSpPr>
        <p:spPr>
          <a:xfrm>
            <a:off x="2285015" y="2347240"/>
            <a:ext cx="2145078" cy="1849206"/>
          </a:xfrm>
          <a:prstGeom prst="triangle">
            <a:avLst/>
          </a:prstGeom>
          <a:solidFill>
            <a:srgbClr val="07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Isosceles Triangle 9"/>
          <p:cNvSpPr/>
          <p:nvPr/>
        </p:nvSpPr>
        <p:spPr>
          <a:xfrm>
            <a:off x="4572000" y="2347240"/>
            <a:ext cx="2145078" cy="1849206"/>
          </a:xfrm>
          <a:prstGeom prst="triangle">
            <a:avLst/>
          </a:prstGeom>
          <a:solidFill>
            <a:srgbClr val="1A7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sosceles Triangle 8"/>
          <p:cNvSpPr/>
          <p:nvPr/>
        </p:nvSpPr>
        <p:spPr>
          <a:xfrm>
            <a:off x="3929058" y="3227385"/>
            <a:ext cx="1126100" cy="970776"/>
          </a:xfrm>
          <a:prstGeom prst="triangle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5F5F5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Straight Connector 28"/>
          <p:cNvCxnSpPr>
            <a:stCxn id="39" idx="0"/>
          </p:cNvCxnSpPr>
          <p:nvPr/>
        </p:nvCxnSpPr>
        <p:spPr>
          <a:xfrm rot="5400000" flipH="1" flipV="1">
            <a:off x="4054217" y="2781040"/>
            <a:ext cx="884236" cy="845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sp>
        <p:nvSpPr>
          <p:cNvPr id="7" name="Arc 10"/>
          <p:cNvSpPr/>
          <p:nvPr userDrawn="1"/>
        </p:nvSpPr>
        <p:spPr>
          <a:xfrm>
            <a:off x="6572264" y="1962150"/>
            <a:ext cx="1903642" cy="1903642"/>
          </a:xfrm>
          <a:prstGeom prst="arc">
            <a:avLst>
              <a:gd name="adj1" fmla="val 21571566"/>
              <a:gd name="adj2" fmla="val 10822907"/>
            </a:avLst>
          </a:prstGeom>
          <a:solidFill>
            <a:srgbClr val="79D6FF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rc 9"/>
          <p:cNvSpPr/>
          <p:nvPr userDrawn="1"/>
        </p:nvSpPr>
        <p:spPr>
          <a:xfrm>
            <a:off x="4643438" y="1962150"/>
            <a:ext cx="1903642" cy="1903642"/>
          </a:xfrm>
          <a:prstGeom prst="arc">
            <a:avLst>
              <a:gd name="adj1" fmla="val 10782369"/>
              <a:gd name="adj2" fmla="val 0"/>
            </a:avLst>
          </a:prstGeom>
          <a:solidFill>
            <a:srgbClr val="00A0E9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rc 7"/>
          <p:cNvSpPr/>
          <p:nvPr userDrawn="1"/>
        </p:nvSpPr>
        <p:spPr>
          <a:xfrm>
            <a:off x="785786" y="1962150"/>
            <a:ext cx="1903642" cy="1903642"/>
          </a:xfrm>
          <a:prstGeom prst="arc">
            <a:avLst>
              <a:gd name="adj1" fmla="val 10782369"/>
              <a:gd name="adj2" fmla="val 0"/>
            </a:avLst>
          </a:prstGeom>
          <a:solidFill>
            <a:srgbClr val="072C62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rc 8"/>
          <p:cNvSpPr/>
          <p:nvPr userDrawn="1"/>
        </p:nvSpPr>
        <p:spPr>
          <a:xfrm>
            <a:off x="2714612" y="1962150"/>
            <a:ext cx="1903642" cy="1903642"/>
          </a:xfrm>
          <a:prstGeom prst="arc">
            <a:avLst>
              <a:gd name="adj1" fmla="val 21571566"/>
              <a:gd name="adj2" fmla="val 10822907"/>
            </a:avLst>
          </a:prstGeom>
          <a:solidFill>
            <a:srgbClr val="1A76DC"/>
          </a:solidFill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12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6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785786" y="3407129"/>
            <a:ext cx="1903642" cy="9315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7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786026" y="3043244"/>
            <a:ext cx="1911227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18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4635373" y="3407129"/>
            <a:ext cx="1903642" cy="9315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9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4635613" y="3043244"/>
            <a:ext cx="1911227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20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2704838" y="2107755"/>
            <a:ext cx="1903642" cy="9315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1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2705078" y="1743870"/>
            <a:ext cx="1911227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22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6571784" y="2107755"/>
            <a:ext cx="1903642" cy="93151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3" name="文本占位符 54"/>
          <p:cNvSpPr>
            <a:spLocks noGrp="1"/>
          </p:cNvSpPr>
          <p:nvPr>
            <p:ph type="body" sz="quarter" idx="34" hasCustomPrompt="1"/>
          </p:nvPr>
        </p:nvSpPr>
        <p:spPr>
          <a:xfrm>
            <a:off x="6572024" y="1743870"/>
            <a:ext cx="1911227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8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9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3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1376855" y="3790951"/>
            <a:ext cx="2869186" cy="8382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4" name="图片占位符 2"/>
          <p:cNvSpPr>
            <a:spLocks noGrp="1"/>
          </p:cNvSpPr>
          <p:nvPr>
            <p:ph type="pic" sz="quarter" idx="25"/>
          </p:nvPr>
        </p:nvSpPr>
        <p:spPr>
          <a:xfrm>
            <a:off x="1371600" y="1808158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6" name="图片占位符 2"/>
          <p:cNvSpPr>
            <a:spLocks noGrp="1"/>
          </p:cNvSpPr>
          <p:nvPr>
            <p:ph type="pic" sz="quarter" idx="27"/>
          </p:nvPr>
        </p:nvSpPr>
        <p:spPr>
          <a:xfrm>
            <a:off x="2861983" y="1808158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7" name="图片占位符 2"/>
          <p:cNvSpPr>
            <a:spLocks noGrp="1"/>
          </p:cNvSpPr>
          <p:nvPr>
            <p:ph type="pic" sz="quarter" idx="28"/>
          </p:nvPr>
        </p:nvSpPr>
        <p:spPr>
          <a:xfrm>
            <a:off x="1374228" y="2747231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图片占位符 2"/>
          <p:cNvSpPr>
            <a:spLocks noGrp="1"/>
          </p:cNvSpPr>
          <p:nvPr>
            <p:ph type="pic" sz="quarter" idx="29"/>
          </p:nvPr>
        </p:nvSpPr>
        <p:spPr>
          <a:xfrm>
            <a:off x="2864611" y="2747231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9" name="文本占位符 54"/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340421"/>
            <a:ext cx="2874441" cy="2891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20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4882055" y="3790951"/>
            <a:ext cx="2869186" cy="8382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1" name="图片占位符 2"/>
          <p:cNvSpPr>
            <a:spLocks noGrp="1"/>
          </p:cNvSpPr>
          <p:nvPr>
            <p:ph type="pic" sz="quarter" idx="31"/>
          </p:nvPr>
        </p:nvSpPr>
        <p:spPr>
          <a:xfrm>
            <a:off x="4876800" y="1808158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2" name="图片占位符 2"/>
          <p:cNvSpPr>
            <a:spLocks noGrp="1"/>
          </p:cNvSpPr>
          <p:nvPr>
            <p:ph type="pic" sz="quarter" idx="32"/>
          </p:nvPr>
        </p:nvSpPr>
        <p:spPr>
          <a:xfrm>
            <a:off x="6367183" y="1808158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3" name="图片占位符 2"/>
          <p:cNvSpPr>
            <a:spLocks noGrp="1"/>
          </p:cNvSpPr>
          <p:nvPr>
            <p:ph type="pic" sz="quarter" idx="33"/>
          </p:nvPr>
        </p:nvSpPr>
        <p:spPr>
          <a:xfrm>
            <a:off x="4879428" y="2747231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4" name="图片占位符 2"/>
          <p:cNvSpPr>
            <a:spLocks noGrp="1"/>
          </p:cNvSpPr>
          <p:nvPr>
            <p:ph type="pic" sz="quarter" idx="34"/>
          </p:nvPr>
        </p:nvSpPr>
        <p:spPr>
          <a:xfrm>
            <a:off x="6369811" y="2747231"/>
            <a:ext cx="1384058" cy="838200"/>
          </a:xfrm>
          <a:prstGeom prst="rect">
            <a:avLst/>
          </a:prstGeom>
          <a:ln w="28575">
            <a:noFill/>
          </a:ln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25" name="文本占位符 54"/>
          <p:cNvSpPr>
            <a:spLocks noGrp="1"/>
          </p:cNvSpPr>
          <p:nvPr>
            <p:ph type="body" sz="quarter" idx="35" hasCustomPrompt="1"/>
          </p:nvPr>
        </p:nvSpPr>
        <p:spPr>
          <a:xfrm>
            <a:off x="4876800" y="1340421"/>
            <a:ext cx="2874441" cy="2891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10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11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6" name="图片占位符 15"/>
          <p:cNvSpPr>
            <a:spLocks noGrp="1"/>
          </p:cNvSpPr>
          <p:nvPr>
            <p:ph type="pic" sz="quarter" idx="15"/>
          </p:nvPr>
        </p:nvSpPr>
        <p:spPr>
          <a:xfrm>
            <a:off x="0" y="1428750"/>
            <a:ext cx="4495800" cy="257088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图片占位符 15"/>
          <p:cNvSpPr>
            <a:spLocks noGrp="1"/>
          </p:cNvSpPr>
          <p:nvPr>
            <p:ph type="pic" sz="quarter" idx="16"/>
          </p:nvPr>
        </p:nvSpPr>
        <p:spPr>
          <a:xfrm>
            <a:off x="4648200" y="1428750"/>
            <a:ext cx="4495800" cy="2570885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rgbClr val="5F5F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5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381000" y="4068658"/>
            <a:ext cx="7467600" cy="8382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54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858856" y="1792627"/>
            <a:ext cx="2332012" cy="4743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55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859096" y="1428742"/>
            <a:ext cx="2341304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56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858856" y="2859435"/>
            <a:ext cx="2332012" cy="4743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57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859096" y="2495550"/>
            <a:ext cx="2341304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58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858856" y="3986571"/>
            <a:ext cx="2332012" cy="4743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59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859096" y="3622686"/>
            <a:ext cx="2341304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60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5942569" y="1792627"/>
            <a:ext cx="2332012" cy="4743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61" name="文本占位符 54"/>
          <p:cNvSpPr>
            <a:spLocks noGrp="1"/>
          </p:cNvSpPr>
          <p:nvPr>
            <p:ph type="body" sz="quarter" idx="34" hasCustomPrompt="1"/>
          </p:nvPr>
        </p:nvSpPr>
        <p:spPr>
          <a:xfrm>
            <a:off x="5942809" y="1428742"/>
            <a:ext cx="2341304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62" name="文本占位符 54"/>
          <p:cNvSpPr>
            <a:spLocks noGrp="1"/>
          </p:cNvSpPr>
          <p:nvPr>
            <p:ph type="body" sz="quarter" idx="35" hasCustomPrompt="1"/>
          </p:nvPr>
        </p:nvSpPr>
        <p:spPr>
          <a:xfrm>
            <a:off x="5942569" y="2859435"/>
            <a:ext cx="2332012" cy="4743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63" name="文本占位符 54"/>
          <p:cNvSpPr>
            <a:spLocks noGrp="1"/>
          </p:cNvSpPr>
          <p:nvPr>
            <p:ph type="body" sz="quarter" idx="36" hasCustomPrompt="1"/>
          </p:nvPr>
        </p:nvSpPr>
        <p:spPr>
          <a:xfrm>
            <a:off x="5942809" y="2495550"/>
            <a:ext cx="2341304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64" name="文本占位符 54"/>
          <p:cNvSpPr>
            <a:spLocks noGrp="1"/>
          </p:cNvSpPr>
          <p:nvPr>
            <p:ph type="body" sz="quarter" idx="37" hasCustomPrompt="1"/>
          </p:nvPr>
        </p:nvSpPr>
        <p:spPr>
          <a:xfrm>
            <a:off x="5942569" y="3986571"/>
            <a:ext cx="2332012" cy="4743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65" name="文本占位符 54"/>
          <p:cNvSpPr>
            <a:spLocks noGrp="1"/>
          </p:cNvSpPr>
          <p:nvPr>
            <p:ph type="body" sz="quarter" idx="38" hasCustomPrompt="1"/>
          </p:nvPr>
        </p:nvSpPr>
        <p:spPr>
          <a:xfrm>
            <a:off x="5942809" y="3622686"/>
            <a:ext cx="2341304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cxnSp>
        <p:nvCxnSpPr>
          <p:cNvPr id="36" name="Straight Connector 8"/>
          <p:cNvCxnSpPr/>
          <p:nvPr userDrawn="1"/>
        </p:nvCxnSpPr>
        <p:spPr>
          <a:xfrm rot="5400000">
            <a:off x="2785258" y="2928942"/>
            <a:ext cx="3572693" cy="793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100"/>
          <p:cNvGrpSpPr/>
          <p:nvPr userDrawn="1"/>
        </p:nvGrpSpPr>
        <p:grpSpPr>
          <a:xfrm>
            <a:off x="3993750" y="2774961"/>
            <a:ext cx="1149754" cy="85726"/>
            <a:chOff x="3993750" y="2774961"/>
            <a:chExt cx="1149754" cy="85726"/>
          </a:xfrm>
        </p:grpSpPr>
        <p:cxnSp>
          <p:nvCxnSpPr>
            <p:cNvPr id="40" name="Straight Connector 48"/>
            <p:cNvCxnSpPr/>
            <p:nvPr/>
          </p:nvCxnSpPr>
          <p:spPr>
            <a:xfrm>
              <a:off x="3993750" y="2818394"/>
              <a:ext cx="1149754" cy="158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51"/>
            <p:cNvSpPr/>
            <p:nvPr/>
          </p:nvSpPr>
          <p:spPr>
            <a:xfrm>
              <a:off x="4529137" y="2774961"/>
              <a:ext cx="85726" cy="857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  <a:ea typeface="+mn-ea"/>
              </a:endParaRPr>
            </a:p>
          </p:txBody>
        </p:sp>
      </p:grpSp>
      <p:grpSp>
        <p:nvGrpSpPr>
          <p:cNvPr id="42" name="Group 99"/>
          <p:cNvGrpSpPr/>
          <p:nvPr userDrawn="1"/>
        </p:nvGrpSpPr>
        <p:grpSpPr>
          <a:xfrm>
            <a:off x="3993750" y="1708160"/>
            <a:ext cx="1149754" cy="85726"/>
            <a:chOff x="3993750" y="1708160"/>
            <a:chExt cx="1149754" cy="85726"/>
          </a:xfrm>
        </p:grpSpPr>
        <p:cxnSp>
          <p:nvCxnSpPr>
            <p:cNvPr id="43" name="Straight Connector 45"/>
            <p:cNvCxnSpPr/>
            <p:nvPr/>
          </p:nvCxnSpPr>
          <p:spPr>
            <a:xfrm>
              <a:off x="3993750" y="1746824"/>
              <a:ext cx="1149754" cy="158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52"/>
            <p:cNvSpPr/>
            <p:nvPr/>
          </p:nvSpPr>
          <p:spPr>
            <a:xfrm>
              <a:off x="4529137" y="1708160"/>
              <a:ext cx="85726" cy="857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  <a:ea typeface="+mn-ea"/>
              </a:endParaRPr>
            </a:p>
          </p:txBody>
        </p:sp>
      </p:grpSp>
      <p:grpSp>
        <p:nvGrpSpPr>
          <p:cNvPr id="45" name="Group 101"/>
          <p:cNvGrpSpPr/>
          <p:nvPr userDrawn="1"/>
        </p:nvGrpSpPr>
        <p:grpSpPr>
          <a:xfrm>
            <a:off x="3993750" y="3917960"/>
            <a:ext cx="1149754" cy="85726"/>
            <a:chOff x="3993750" y="3917960"/>
            <a:chExt cx="1149754" cy="85726"/>
          </a:xfrm>
        </p:grpSpPr>
        <p:cxnSp>
          <p:nvCxnSpPr>
            <p:cNvPr id="46" name="Straight Connector 50"/>
            <p:cNvCxnSpPr/>
            <p:nvPr/>
          </p:nvCxnSpPr>
          <p:spPr>
            <a:xfrm>
              <a:off x="3993750" y="3961402"/>
              <a:ext cx="1149754" cy="1588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53"/>
            <p:cNvSpPr/>
            <p:nvPr/>
          </p:nvSpPr>
          <p:spPr>
            <a:xfrm>
              <a:off x="4529137" y="3917960"/>
              <a:ext cx="85726" cy="85726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+mn-ea"/>
                <a:ea typeface="+mn-ea"/>
              </a:endParaRPr>
            </a:p>
          </p:txBody>
        </p:sp>
      </p:grpSp>
      <p:sp>
        <p:nvSpPr>
          <p:cNvPr id="48" name="Rectangle 22"/>
          <p:cNvSpPr/>
          <p:nvPr userDrawn="1"/>
        </p:nvSpPr>
        <p:spPr>
          <a:xfrm>
            <a:off x="3357554" y="2500312"/>
            <a:ext cx="636196" cy="636164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ea typeface="+mn-ea"/>
            </a:endParaRPr>
          </a:p>
        </p:txBody>
      </p:sp>
      <p:sp>
        <p:nvSpPr>
          <p:cNvPr id="49" name="Rectangle 13"/>
          <p:cNvSpPr/>
          <p:nvPr userDrawn="1"/>
        </p:nvSpPr>
        <p:spPr>
          <a:xfrm>
            <a:off x="3357554" y="1428742"/>
            <a:ext cx="636196" cy="636164"/>
          </a:xfrm>
          <a:prstGeom prst="rect">
            <a:avLst/>
          </a:prstGeom>
          <a:solidFill>
            <a:srgbClr val="1F3A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ea typeface="+mn-ea"/>
            </a:endParaRPr>
          </a:p>
        </p:txBody>
      </p:sp>
      <p:sp>
        <p:nvSpPr>
          <p:cNvPr id="51" name="Rectangle 27"/>
          <p:cNvSpPr/>
          <p:nvPr userDrawn="1"/>
        </p:nvSpPr>
        <p:spPr>
          <a:xfrm>
            <a:off x="5143504" y="3643320"/>
            <a:ext cx="636196" cy="636164"/>
          </a:xfrm>
          <a:prstGeom prst="rect">
            <a:avLst/>
          </a:prstGeom>
          <a:solidFill>
            <a:srgbClr val="D9F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ea typeface="+mn-ea"/>
            </a:endParaRPr>
          </a:p>
        </p:txBody>
      </p:sp>
      <p:sp>
        <p:nvSpPr>
          <p:cNvPr id="52" name="Rectangle 26"/>
          <p:cNvSpPr/>
          <p:nvPr userDrawn="1"/>
        </p:nvSpPr>
        <p:spPr>
          <a:xfrm>
            <a:off x="3357554" y="3643320"/>
            <a:ext cx="636196" cy="636164"/>
          </a:xfrm>
          <a:prstGeom prst="rect">
            <a:avLst/>
          </a:prstGeom>
          <a:solidFill>
            <a:srgbClr val="B7E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ea typeface="+mn-ea"/>
            </a:endParaRPr>
          </a:p>
        </p:txBody>
      </p:sp>
      <p:sp>
        <p:nvSpPr>
          <p:cNvPr id="53" name="Rectangle 16"/>
          <p:cNvSpPr/>
          <p:nvPr userDrawn="1"/>
        </p:nvSpPr>
        <p:spPr>
          <a:xfrm>
            <a:off x="5143504" y="1428742"/>
            <a:ext cx="636196" cy="636164"/>
          </a:xfrm>
          <a:prstGeom prst="rect">
            <a:avLst/>
          </a:prstGeom>
          <a:solidFill>
            <a:srgbClr val="1A7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ea typeface="+mn-ea"/>
            </a:endParaRPr>
          </a:p>
        </p:txBody>
      </p:sp>
      <p:sp>
        <p:nvSpPr>
          <p:cNvPr id="66" name="Rectangle 23"/>
          <p:cNvSpPr/>
          <p:nvPr userDrawn="1"/>
        </p:nvSpPr>
        <p:spPr>
          <a:xfrm>
            <a:off x="5143504" y="2500312"/>
            <a:ext cx="636196" cy="636164"/>
          </a:xfrm>
          <a:prstGeom prst="rect">
            <a:avLst/>
          </a:prstGeom>
          <a:solidFill>
            <a:srgbClr val="79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6" name="Rectangle 582"/>
          <p:cNvSpPr>
            <a:spLocks noChangeArrowheads="1"/>
          </p:cNvSpPr>
          <p:nvPr userDrawn="1"/>
        </p:nvSpPr>
        <p:spPr bwMode="auto">
          <a:xfrm>
            <a:off x="4071934" y="1428750"/>
            <a:ext cx="1654371" cy="565231"/>
          </a:xfrm>
          <a:prstGeom prst="rect">
            <a:avLst/>
          </a:prstGeom>
          <a:solidFill>
            <a:srgbClr val="00A0E9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Freeform 583"/>
          <p:cNvSpPr/>
          <p:nvPr userDrawn="1"/>
        </p:nvSpPr>
        <p:spPr bwMode="auto">
          <a:xfrm>
            <a:off x="5726305" y="1428750"/>
            <a:ext cx="551949" cy="105372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765"/>
              </a:cxn>
              <a:cxn ang="0">
                <a:pos x="741" y="1428"/>
              </a:cxn>
              <a:cxn ang="0">
                <a:pos x="747" y="1183"/>
              </a:cxn>
              <a:cxn ang="0">
                <a:pos x="0" y="0"/>
              </a:cxn>
            </a:cxnLst>
            <a:rect l="0" t="0" r="r" b="b"/>
            <a:pathLst>
              <a:path w="747" h="1428">
                <a:moveTo>
                  <a:pt x="0" y="0"/>
                </a:moveTo>
                <a:lnTo>
                  <a:pt x="0" y="765"/>
                </a:lnTo>
                <a:lnTo>
                  <a:pt x="741" y="1428"/>
                </a:lnTo>
                <a:lnTo>
                  <a:pt x="747" y="1183"/>
                </a:lnTo>
                <a:lnTo>
                  <a:pt x="0" y="0"/>
                </a:lnTo>
                <a:close/>
              </a:path>
            </a:pathLst>
          </a:custGeom>
          <a:solidFill>
            <a:srgbClr val="072C6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Rectangle 584"/>
          <p:cNvSpPr>
            <a:spLocks noChangeArrowheads="1"/>
          </p:cNvSpPr>
          <p:nvPr userDrawn="1"/>
        </p:nvSpPr>
        <p:spPr bwMode="auto">
          <a:xfrm>
            <a:off x="6269398" y="2306851"/>
            <a:ext cx="196282" cy="177096"/>
          </a:xfrm>
          <a:prstGeom prst="rect">
            <a:avLst/>
          </a:prstGeom>
          <a:solidFill>
            <a:srgbClr val="79D6FF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Rectangle 585"/>
          <p:cNvSpPr>
            <a:spLocks noChangeArrowheads="1"/>
          </p:cNvSpPr>
          <p:nvPr userDrawn="1"/>
        </p:nvSpPr>
        <p:spPr bwMode="auto">
          <a:xfrm>
            <a:off x="4071934" y="2175504"/>
            <a:ext cx="1654371" cy="565231"/>
          </a:xfrm>
          <a:prstGeom prst="rect">
            <a:avLst/>
          </a:prstGeom>
          <a:solidFill>
            <a:srgbClr val="00A0E9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Freeform 586"/>
          <p:cNvSpPr/>
          <p:nvPr userDrawn="1"/>
        </p:nvSpPr>
        <p:spPr bwMode="auto">
          <a:xfrm>
            <a:off x="5726305" y="2175504"/>
            <a:ext cx="547522" cy="615408"/>
          </a:xfrm>
          <a:custGeom>
            <a:avLst/>
            <a:gdLst/>
            <a:ahLst/>
            <a:cxnLst>
              <a:cxn ang="0">
                <a:pos x="0" y="765"/>
              </a:cxn>
              <a:cxn ang="0">
                <a:pos x="0" y="0"/>
              </a:cxn>
              <a:cxn ang="0">
                <a:pos x="741" y="595"/>
              </a:cxn>
              <a:cxn ang="0">
                <a:pos x="741" y="834"/>
              </a:cxn>
              <a:cxn ang="0">
                <a:pos x="0" y="765"/>
              </a:cxn>
            </a:cxnLst>
            <a:rect l="0" t="0" r="r" b="b"/>
            <a:pathLst>
              <a:path w="741" h="834">
                <a:moveTo>
                  <a:pt x="0" y="765"/>
                </a:moveTo>
                <a:lnTo>
                  <a:pt x="0" y="0"/>
                </a:lnTo>
                <a:lnTo>
                  <a:pt x="741" y="595"/>
                </a:lnTo>
                <a:lnTo>
                  <a:pt x="741" y="834"/>
                </a:lnTo>
                <a:lnTo>
                  <a:pt x="0" y="765"/>
                </a:lnTo>
                <a:close/>
              </a:path>
            </a:pathLst>
          </a:custGeom>
          <a:solidFill>
            <a:srgbClr val="072C6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587"/>
          <p:cNvSpPr>
            <a:spLocks noChangeArrowheads="1"/>
          </p:cNvSpPr>
          <p:nvPr userDrawn="1"/>
        </p:nvSpPr>
        <p:spPr bwMode="auto">
          <a:xfrm>
            <a:off x="6269398" y="2613817"/>
            <a:ext cx="196282" cy="177096"/>
          </a:xfrm>
          <a:prstGeom prst="rect">
            <a:avLst/>
          </a:prstGeom>
          <a:solidFill>
            <a:srgbClr val="79D6FF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588"/>
          <p:cNvSpPr>
            <a:spLocks noChangeArrowheads="1"/>
          </p:cNvSpPr>
          <p:nvPr userDrawn="1"/>
        </p:nvSpPr>
        <p:spPr bwMode="auto">
          <a:xfrm>
            <a:off x="4071934" y="2939968"/>
            <a:ext cx="1654371" cy="563755"/>
          </a:xfrm>
          <a:prstGeom prst="rect">
            <a:avLst/>
          </a:prstGeom>
          <a:solidFill>
            <a:srgbClr val="00A0E9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Freeform 589"/>
          <p:cNvSpPr/>
          <p:nvPr userDrawn="1"/>
        </p:nvSpPr>
        <p:spPr bwMode="auto">
          <a:xfrm>
            <a:off x="5726305" y="2882412"/>
            <a:ext cx="560803" cy="621312"/>
          </a:xfrm>
          <a:custGeom>
            <a:avLst/>
            <a:gdLst/>
            <a:ahLst/>
            <a:cxnLst>
              <a:cxn ang="0">
                <a:pos x="759" y="263"/>
              </a:cxn>
              <a:cxn ang="0">
                <a:pos x="759" y="0"/>
              </a:cxn>
              <a:cxn ang="0">
                <a:pos x="0" y="79"/>
              </a:cxn>
              <a:cxn ang="0">
                <a:pos x="0" y="844"/>
              </a:cxn>
              <a:cxn ang="0">
                <a:pos x="759" y="263"/>
              </a:cxn>
            </a:cxnLst>
            <a:rect l="0" t="0" r="r" b="b"/>
            <a:pathLst>
              <a:path w="759" h="844">
                <a:moveTo>
                  <a:pt x="759" y="263"/>
                </a:moveTo>
                <a:lnTo>
                  <a:pt x="759" y="0"/>
                </a:lnTo>
                <a:lnTo>
                  <a:pt x="0" y="79"/>
                </a:lnTo>
                <a:lnTo>
                  <a:pt x="0" y="844"/>
                </a:lnTo>
                <a:lnTo>
                  <a:pt x="759" y="263"/>
                </a:lnTo>
                <a:close/>
              </a:path>
            </a:pathLst>
          </a:custGeom>
          <a:solidFill>
            <a:srgbClr val="072C6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590"/>
          <p:cNvSpPr>
            <a:spLocks noChangeArrowheads="1"/>
          </p:cNvSpPr>
          <p:nvPr userDrawn="1"/>
        </p:nvSpPr>
        <p:spPr bwMode="auto">
          <a:xfrm>
            <a:off x="6269398" y="2883887"/>
            <a:ext cx="196282" cy="196282"/>
          </a:xfrm>
          <a:prstGeom prst="rect">
            <a:avLst/>
          </a:prstGeom>
          <a:solidFill>
            <a:srgbClr val="79D6FF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591"/>
          <p:cNvSpPr>
            <a:spLocks noChangeArrowheads="1"/>
          </p:cNvSpPr>
          <p:nvPr userDrawn="1"/>
        </p:nvSpPr>
        <p:spPr bwMode="auto">
          <a:xfrm>
            <a:off x="4071934" y="3686722"/>
            <a:ext cx="1654371" cy="565231"/>
          </a:xfrm>
          <a:prstGeom prst="rect">
            <a:avLst/>
          </a:prstGeom>
          <a:solidFill>
            <a:srgbClr val="00A0E9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Freeform 592"/>
          <p:cNvSpPr/>
          <p:nvPr userDrawn="1"/>
        </p:nvSpPr>
        <p:spPr bwMode="auto">
          <a:xfrm>
            <a:off x="5726305" y="3190853"/>
            <a:ext cx="551949" cy="1061100"/>
          </a:xfrm>
          <a:custGeom>
            <a:avLst/>
            <a:gdLst/>
            <a:ahLst/>
            <a:cxnLst>
              <a:cxn ang="0">
                <a:pos x="0" y="673"/>
              </a:cxn>
              <a:cxn ang="0">
                <a:pos x="0" y="1438"/>
              </a:cxn>
              <a:cxn ang="0">
                <a:pos x="747" y="275"/>
              </a:cxn>
              <a:cxn ang="0">
                <a:pos x="747" y="0"/>
              </a:cxn>
              <a:cxn ang="0">
                <a:pos x="0" y="673"/>
              </a:cxn>
            </a:cxnLst>
            <a:rect l="0" t="0" r="r" b="b"/>
            <a:pathLst>
              <a:path w="747" h="1438">
                <a:moveTo>
                  <a:pt x="0" y="673"/>
                </a:moveTo>
                <a:lnTo>
                  <a:pt x="0" y="1438"/>
                </a:lnTo>
                <a:lnTo>
                  <a:pt x="747" y="275"/>
                </a:lnTo>
                <a:lnTo>
                  <a:pt x="747" y="0"/>
                </a:lnTo>
                <a:lnTo>
                  <a:pt x="0" y="673"/>
                </a:lnTo>
                <a:close/>
              </a:path>
            </a:pathLst>
          </a:custGeom>
          <a:solidFill>
            <a:srgbClr val="072C62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Rectangle 593"/>
          <p:cNvSpPr>
            <a:spLocks noChangeArrowheads="1"/>
          </p:cNvSpPr>
          <p:nvPr userDrawn="1"/>
        </p:nvSpPr>
        <p:spPr bwMode="auto">
          <a:xfrm>
            <a:off x="6269398" y="3193805"/>
            <a:ext cx="196282" cy="196282"/>
          </a:xfrm>
          <a:prstGeom prst="rect">
            <a:avLst/>
          </a:prstGeom>
          <a:solidFill>
            <a:srgbClr val="79D6FF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9" name="Group 40"/>
          <p:cNvGrpSpPr/>
          <p:nvPr userDrawn="1"/>
        </p:nvGrpSpPr>
        <p:grpSpPr>
          <a:xfrm>
            <a:off x="6116788" y="1760799"/>
            <a:ext cx="2240038" cy="3121335"/>
            <a:chOff x="6130688" y="1617915"/>
            <a:chExt cx="2240038" cy="3121335"/>
          </a:xfrm>
        </p:grpSpPr>
        <p:sp>
          <p:nvSpPr>
            <p:cNvPr id="51" name="Arc 2466"/>
            <p:cNvSpPr/>
            <p:nvPr/>
          </p:nvSpPr>
          <p:spPr>
            <a:xfrm>
              <a:off x="6130688" y="1617915"/>
              <a:ext cx="2240038" cy="2240038"/>
            </a:xfrm>
            <a:prstGeom prst="arc">
              <a:avLst>
                <a:gd name="adj1" fmla="val 18350541"/>
                <a:gd name="adj2" fmla="val 7842256"/>
              </a:avLst>
            </a:prstGeom>
            <a:noFill/>
            <a:ln w="101600">
              <a:solidFill>
                <a:srgbClr val="1A76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Oval 2467"/>
            <p:cNvSpPr/>
            <p:nvPr/>
          </p:nvSpPr>
          <p:spPr>
            <a:xfrm>
              <a:off x="6257998" y="1745225"/>
              <a:ext cx="2003368" cy="2003367"/>
            </a:xfrm>
            <a:prstGeom prst="ellipse">
              <a:avLst/>
            </a:prstGeom>
            <a:solidFill>
              <a:srgbClr val="00A0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" name="Straight Connector 2471"/>
            <p:cNvCxnSpPr/>
            <p:nvPr/>
          </p:nvCxnSpPr>
          <p:spPr>
            <a:xfrm rot="5400000">
              <a:off x="6893681" y="4241165"/>
              <a:ext cx="731263" cy="738"/>
            </a:xfrm>
            <a:prstGeom prst="line">
              <a:avLst/>
            </a:prstGeom>
            <a:ln w="101600">
              <a:solidFill>
                <a:srgbClr val="1A76D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ounded Rectangle 2473"/>
            <p:cNvSpPr/>
            <p:nvPr/>
          </p:nvSpPr>
          <p:spPr>
            <a:xfrm>
              <a:off x="6941941" y="4407193"/>
              <a:ext cx="701894" cy="332057"/>
            </a:xfrm>
            <a:prstGeom prst="roundRect">
              <a:avLst/>
            </a:prstGeom>
            <a:solidFill>
              <a:srgbClr val="1A76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7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1544681" y="1428750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68" name="文本占位符 54"/>
          <p:cNvSpPr>
            <a:spLocks noGrp="1"/>
          </p:cNvSpPr>
          <p:nvPr>
            <p:ph type="body" sz="quarter" idx="20" hasCustomPrompt="1"/>
          </p:nvPr>
        </p:nvSpPr>
        <p:spPr>
          <a:xfrm>
            <a:off x="4210241" y="1543968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69" name="文本占位符 54"/>
          <p:cNvSpPr>
            <a:spLocks noGrp="1"/>
          </p:cNvSpPr>
          <p:nvPr>
            <p:ph type="body" sz="quarter" idx="27" hasCustomPrompt="1"/>
          </p:nvPr>
        </p:nvSpPr>
        <p:spPr>
          <a:xfrm>
            <a:off x="1546518" y="2175504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0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4212078" y="2290722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71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1544681" y="2938492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2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4210241" y="3053710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73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1546518" y="3685246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4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4212078" y="3800464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75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6587563" y="2902192"/>
            <a:ext cx="1459953" cy="5930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3139971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5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456960" y="3775024"/>
            <a:ext cx="7010640" cy="100652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56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11139"/>
            <a:ext cx="2341304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4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5" name="Rectangle 66"/>
          <p:cNvSpPr/>
          <p:nvPr/>
        </p:nvSpPr>
        <p:spPr>
          <a:xfrm>
            <a:off x="3352800" y="1428742"/>
            <a:ext cx="1071570" cy="285752"/>
          </a:xfrm>
          <a:prstGeom prst="rect">
            <a:avLst/>
          </a:prstGeom>
          <a:solidFill>
            <a:srgbClr val="B7E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Straight Connector 21"/>
          <p:cNvCxnSpPr/>
          <p:nvPr/>
        </p:nvCxnSpPr>
        <p:spPr>
          <a:xfrm>
            <a:off x="1852602" y="1571618"/>
            <a:ext cx="1357322" cy="1588"/>
          </a:xfrm>
          <a:prstGeom prst="line">
            <a:avLst/>
          </a:prstGeom>
          <a:ln w="12700">
            <a:solidFill>
              <a:srgbClr val="B7E9F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67"/>
          <p:cNvSpPr/>
          <p:nvPr/>
        </p:nvSpPr>
        <p:spPr>
          <a:xfrm>
            <a:off x="3352800" y="2285998"/>
            <a:ext cx="1071570" cy="285752"/>
          </a:xfrm>
          <a:prstGeom prst="rect">
            <a:avLst/>
          </a:prstGeom>
          <a:solidFill>
            <a:srgbClr val="79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Straight Connector 24"/>
          <p:cNvCxnSpPr/>
          <p:nvPr/>
        </p:nvCxnSpPr>
        <p:spPr>
          <a:xfrm>
            <a:off x="1852602" y="2428874"/>
            <a:ext cx="1357322" cy="2011"/>
          </a:xfrm>
          <a:prstGeom prst="line">
            <a:avLst/>
          </a:prstGeom>
          <a:ln w="12700">
            <a:solidFill>
              <a:srgbClr val="79D6FF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/>
          <p:cNvGrpSpPr/>
          <p:nvPr userDrawn="1"/>
        </p:nvGrpSpPr>
        <p:grpSpPr>
          <a:xfrm>
            <a:off x="748701" y="1202035"/>
            <a:ext cx="1640290" cy="3516052"/>
            <a:chOff x="3753851" y="1202035"/>
            <a:chExt cx="1640290" cy="3516052"/>
          </a:xfrm>
        </p:grpSpPr>
        <p:sp>
          <p:nvSpPr>
            <p:cNvPr id="61" name="Freeform 21"/>
            <p:cNvSpPr/>
            <p:nvPr/>
          </p:nvSpPr>
          <p:spPr bwMode="auto">
            <a:xfrm>
              <a:off x="4300613" y="3341199"/>
              <a:ext cx="271386" cy="83812"/>
            </a:xfrm>
            <a:custGeom>
              <a:avLst/>
              <a:gdLst/>
              <a:ahLst/>
              <a:cxnLst>
                <a:cxn ang="0">
                  <a:pos x="68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3" y="2"/>
                </a:cxn>
                <a:cxn ang="0">
                  <a:pos x="7" y="2"/>
                </a:cxn>
                <a:cxn ang="0">
                  <a:pos x="7" y="2"/>
                </a:cxn>
                <a:cxn ang="0">
                  <a:pos x="4" y="3"/>
                </a:cxn>
                <a:cxn ang="0">
                  <a:pos x="2" y="4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1" y="14"/>
                </a:cxn>
                <a:cxn ang="0">
                  <a:pos x="3" y="18"/>
                </a:cxn>
                <a:cxn ang="0">
                  <a:pos x="5" y="21"/>
                </a:cxn>
                <a:cxn ang="0">
                  <a:pos x="68" y="21"/>
                </a:cxn>
                <a:cxn ang="0">
                  <a:pos x="68" y="0"/>
                </a:cxn>
              </a:cxnLst>
              <a:rect l="0" t="0" r="r" b="b"/>
              <a:pathLst>
                <a:path w="68" h="21">
                  <a:moveTo>
                    <a:pt x="68" y="0"/>
                  </a:moveTo>
                  <a:lnTo>
                    <a:pt x="14" y="0"/>
                  </a:lnTo>
                  <a:lnTo>
                    <a:pt x="14" y="0"/>
                  </a:lnTo>
                  <a:lnTo>
                    <a:pt x="13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4" y="3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1" y="14"/>
                  </a:lnTo>
                  <a:lnTo>
                    <a:pt x="3" y="18"/>
                  </a:lnTo>
                  <a:lnTo>
                    <a:pt x="5" y="21"/>
                  </a:lnTo>
                  <a:lnTo>
                    <a:pt x="68" y="21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1A76DC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Freeform 22"/>
            <p:cNvSpPr/>
            <p:nvPr/>
          </p:nvSpPr>
          <p:spPr bwMode="auto">
            <a:xfrm>
              <a:off x="4152949" y="3425010"/>
              <a:ext cx="419054" cy="550755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42" y="0"/>
                </a:cxn>
                <a:cxn ang="0">
                  <a:pos x="44" y="1"/>
                </a:cxn>
                <a:cxn ang="0">
                  <a:pos x="47" y="1"/>
                </a:cxn>
                <a:cxn ang="0">
                  <a:pos x="47" y="1"/>
                </a:cxn>
                <a:cxn ang="0">
                  <a:pos x="43" y="18"/>
                </a:cxn>
                <a:cxn ang="0">
                  <a:pos x="39" y="34"/>
                </a:cxn>
                <a:cxn ang="0">
                  <a:pos x="28" y="68"/>
                </a:cxn>
                <a:cxn ang="0">
                  <a:pos x="15" y="103"/>
                </a:cxn>
                <a:cxn ang="0">
                  <a:pos x="0" y="138"/>
                </a:cxn>
                <a:cxn ang="0">
                  <a:pos x="60" y="138"/>
                </a:cxn>
                <a:cxn ang="0">
                  <a:pos x="60" y="138"/>
                </a:cxn>
                <a:cxn ang="0">
                  <a:pos x="71" y="94"/>
                </a:cxn>
                <a:cxn ang="0">
                  <a:pos x="77" y="65"/>
                </a:cxn>
                <a:cxn ang="0">
                  <a:pos x="80" y="53"/>
                </a:cxn>
                <a:cxn ang="0">
                  <a:pos x="81" y="44"/>
                </a:cxn>
                <a:cxn ang="0">
                  <a:pos x="105" y="44"/>
                </a:cxn>
                <a:cxn ang="0">
                  <a:pos x="105" y="44"/>
                </a:cxn>
                <a:cxn ang="0">
                  <a:pos x="105" y="0"/>
                </a:cxn>
                <a:cxn ang="0">
                  <a:pos x="42" y="0"/>
                </a:cxn>
              </a:cxnLst>
              <a:rect l="0" t="0" r="r" b="b"/>
              <a:pathLst>
                <a:path w="105" h="138">
                  <a:moveTo>
                    <a:pt x="42" y="0"/>
                  </a:moveTo>
                  <a:lnTo>
                    <a:pt x="42" y="0"/>
                  </a:lnTo>
                  <a:lnTo>
                    <a:pt x="44" y="1"/>
                  </a:lnTo>
                  <a:lnTo>
                    <a:pt x="47" y="1"/>
                  </a:lnTo>
                  <a:lnTo>
                    <a:pt x="47" y="1"/>
                  </a:lnTo>
                  <a:lnTo>
                    <a:pt x="43" y="18"/>
                  </a:lnTo>
                  <a:lnTo>
                    <a:pt x="39" y="34"/>
                  </a:lnTo>
                  <a:lnTo>
                    <a:pt x="28" y="68"/>
                  </a:lnTo>
                  <a:lnTo>
                    <a:pt x="15" y="103"/>
                  </a:lnTo>
                  <a:lnTo>
                    <a:pt x="0" y="138"/>
                  </a:lnTo>
                  <a:lnTo>
                    <a:pt x="60" y="138"/>
                  </a:lnTo>
                  <a:lnTo>
                    <a:pt x="60" y="138"/>
                  </a:lnTo>
                  <a:lnTo>
                    <a:pt x="71" y="94"/>
                  </a:lnTo>
                  <a:lnTo>
                    <a:pt x="77" y="65"/>
                  </a:lnTo>
                  <a:lnTo>
                    <a:pt x="80" y="53"/>
                  </a:lnTo>
                  <a:lnTo>
                    <a:pt x="81" y="44"/>
                  </a:lnTo>
                  <a:lnTo>
                    <a:pt x="105" y="44"/>
                  </a:lnTo>
                  <a:lnTo>
                    <a:pt x="105" y="44"/>
                  </a:lnTo>
                  <a:lnTo>
                    <a:pt x="105" y="0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79D6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23"/>
            <p:cNvSpPr/>
            <p:nvPr/>
          </p:nvSpPr>
          <p:spPr bwMode="auto">
            <a:xfrm>
              <a:off x="4472227" y="1202035"/>
              <a:ext cx="99776" cy="502863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5" y="0"/>
                </a:cxn>
                <a:cxn ang="0">
                  <a:pos x="24" y="0"/>
                </a:cxn>
                <a:cxn ang="0">
                  <a:pos x="24" y="34"/>
                </a:cxn>
                <a:cxn ang="0">
                  <a:pos x="24" y="34"/>
                </a:cxn>
                <a:cxn ang="0">
                  <a:pos x="23" y="35"/>
                </a:cxn>
                <a:cxn ang="0">
                  <a:pos x="21" y="37"/>
                </a:cxn>
                <a:cxn ang="0">
                  <a:pos x="21" y="69"/>
                </a:cxn>
                <a:cxn ang="0">
                  <a:pos x="19" y="69"/>
                </a:cxn>
                <a:cxn ang="0">
                  <a:pos x="19" y="69"/>
                </a:cxn>
                <a:cxn ang="0">
                  <a:pos x="17" y="69"/>
                </a:cxn>
                <a:cxn ang="0">
                  <a:pos x="16" y="70"/>
                </a:cxn>
                <a:cxn ang="0">
                  <a:pos x="14" y="72"/>
                </a:cxn>
                <a:cxn ang="0">
                  <a:pos x="14" y="73"/>
                </a:cxn>
                <a:cxn ang="0">
                  <a:pos x="14" y="73"/>
                </a:cxn>
                <a:cxn ang="0">
                  <a:pos x="15" y="76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8" y="77"/>
                </a:cxn>
                <a:cxn ang="0">
                  <a:pos x="6" y="78"/>
                </a:cxn>
                <a:cxn ang="0">
                  <a:pos x="5" y="80"/>
                </a:cxn>
                <a:cxn ang="0">
                  <a:pos x="4" y="83"/>
                </a:cxn>
                <a:cxn ang="0">
                  <a:pos x="4" y="88"/>
                </a:cxn>
                <a:cxn ang="0">
                  <a:pos x="4" y="88"/>
                </a:cxn>
                <a:cxn ang="0">
                  <a:pos x="5" y="91"/>
                </a:cxn>
                <a:cxn ang="0">
                  <a:pos x="5" y="91"/>
                </a:cxn>
                <a:cxn ang="0">
                  <a:pos x="3" y="92"/>
                </a:cxn>
                <a:cxn ang="0">
                  <a:pos x="1" y="93"/>
                </a:cxn>
                <a:cxn ang="0">
                  <a:pos x="0" y="95"/>
                </a:cxn>
                <a:cxn ang="0">
                  <a:pos x="0" y="98"/>
                </a:cxn>
                <a:cxn ang="0">
                  <a:pos x="0" y="98"/>
                </a:cxn>
                <a:cxn ang="0">
                  <a:pos x="2" y="111"/>
                </a:cxn>
                <a:cxn ang="0">
                  <a:pos x="4" y="120"/>
                </a:cxn>
                <a:cxn ang="0">
                  <a:pos x="5" y="124"/>
                </a:cxn>
                <a:cxn ang="0">
                  <a:pos x="7" y="126"/>
                </a:cxn>
                <a:cxn ang="0">
                  <a:pos x="25" y="126"/>
                </a:cxn>
                <a:cxn ang="0">
                  <a:pos x="25" y="0"/>
                </a:cxn>
              </a:cxnLst>
              <a:rect l="0" t="0" r="r" b="b"/>
              <a:pathLst>
                <a:path w="25" h="126">
                  <a:moveTo>
                    <a:pt x="25" y="0"/>
                  </a:moveTo>
                  <a:lnTo>
                    <a:pt x="25" y="0"/>
                  </a:lnTo>
                  <a:lnTo>
                    <a:pt x="24" y="0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3" y="35"/>
                  </a:lnTo>
                  <a:lnTo>
                    <a:pt x="21" y="37"/>
                  </a:lnTo>
                  <a:lnTo>
                    <a:pt x="21" y="69"/>
                  </a:lnTo>
                  <a:lnTo>
                    <a:pt x="19" y="69"/>
                  </a:lnTo>
                  <a:lnTo>
                    <a:pt x="19" y="69"/>
                  </a:lnTo>
                  <a:lnTo>
                    <a:pt x="17" y="69"/>
                  </a:lnTo>
                  <a:lnTo>
                    <a:pt x="16" y="70"/>
                  </a:lnTo>
                  <a:lnTo>
                    <a:pt x="14" y="72"/>
                  </a:lnTo>
                  <a:lnTo>
                    <a:pt x="14" y="73"/>
                  </a:lnTo>
                  <a:lnTo>
                    <a:pt x="14" y="73"/>
                  </a:lnTo>
                  <a:lnTo>
                    <a:pt x="15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8" y="77"/>
                  </a:lnTo>
                  <a:lnTo>
                    <a:pt x="6" y="78"/>
                  </a:lnTo>
                  <a:lnTo>
                    <a:pt x="5" y="80"/>
                  </a:lnTo>
                  <a:lnTo>
                    <a:pt x="4" y="83"/>
                  </a:lnTo>
                  <a:lnTo>
                    <a:pt x="4" y="88"/>
                  </a:lnTo>
                  <a:lnTo>
                    <a:pt x="4" y="88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3" y="92"/>
                  </a:lnTo>
                  <a:lnTo>
                    <a:pt x="1" y="93"/>
                  </a:lnTo>
                  <a:lnTo>
                    <a:pt x="0" y="95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111"/>
                  </a:lnTo>
                  <a:lnTo>
                    <a:pt x="4" y="120"/>
                  </a:lnTo>
                  <a:lnTo>
                    <a:pt x="5" y="124"/>
                  </a:lnTo>
                  <a:lnTo>
                    <a:pt x="7" y="126"/>
                  </a:lnTo>
                  <a:lnTo>
                    <a:pt x="25" y="126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D9F3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24"/>
            <p:cNvSpPr/>
            <p:nvPr/>
          </p:nvSpPr>
          <p:spPr bwMode="auto">
            <a:xfrm>
              <a:off x="4356487" y="1704898"/>
              <a:ext cx="215513" cy="1636301"/>
            </a:xfrm>
            <a:custGeom>
              <a:avLst/>
              <a:gdLst/>
              <a:ahLst/>
              <a:cxnLst>
                <a:cxn ang="0">
                  <a:pos x="36" y="0"/>
                </a:cxn>
                <a:cxn ang="0">
                  <a:pos x="36" y="0"/>
                </a:cxn>
                <a:cxn ang="0">
                  <a:pos x="36" y="0"/>
                </a:cxn>
                <a:cxn ang="0">
                  <a:pos x="37" y="0"/>
                </a:cxn>
                <a:cxn ang="0">
                  <a:pos x="37" y="0"/>
                </a:cxn>
                <a:cxn ang="0">
                  <a:pos x="37" y="30"/>
                </a:cxn>
                <a:cxn ang="0">
                  <a:pos x="36" y="59"/>
                </a:cxn>
                <a:cxn ang="0">
                  <a:pos x="33" y="122"/>
                </a:cxn>
                <a:cxn ang="0">
                  <a:pos x="29" y="183"/>
                </a:cxn>
                <a:cxn ang="0">
                  <a:pos x="22" y="243"/>
                </a:cxn>
                <a:cxn ang="0">
                  <a:pos x="15" y="297"/>
                </a:cxn>
                <a:cxn ang="0">
                  <a:pos x="9" y="346"/>
                </a:cxn>
                <a:cxn ang="0">
                  <a:pos x="0" y="410"/>
                </a:cxn>
                <a:cxn ang="0">
                  <a:pos x="54" y="410"/>
                </a:cxn>
                <a:cxn ang="0">
                  <a:pos x="54" y="0"/>
                </a:cxn>
                <a:cxn ang="0">
                  <a:pos x="36" y="0"/>
                </a:cxn>
              </a:cxnLst>
              <a:rect l="0" t="0" r="r" b="b"/>
              <a:pathLst>
                <a:path w="54" h="410">
                  <a:moveTo>
                    <a:pt x="36" y="0"/>
                  </a:moveTo>
                  <a:lnTo>
                    <a:pt x="36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7" y="30"/>
                  </a:lnTo>
                  <a:lnTo>
                    <a:pt x="36" y="59"/>
                  </a:lnTo>
                  <a:lnTo>
                    <a:pt x="33" y="122"/>
                  </a:lnTo>
                  <a:lnTo>
                    <a:pt x="29" y="183"/>
                  </a:lnTo>
                  <a:lnTo>
                    <a:pt x="22" y="243"/>
                  </a:lnTo>
                  <a:lnTo>
                    <a:pt x="15" y="297"/>
                  </a:lnTo>
                  <a:lnTo>
                    <a:pt x="9" y="346"/>
                  </a:lnTo>
                  <a:lnTo>
                    <a:pt x="0" y="410"/>
                  </a:lnTo>
                  <a:lnTo>
                    <a:pt x="54" y="410"/>
                  </a:lnTo>
                  <a:lnTo>
                    <a:pt x="54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00A0E9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25"/>
            <p:cNvSpPr/>
            <p:nvPr/>
          </p:nvSpPr>
          <p:spPr bwMode="auto">
            <a:xfrm>
              <a:off x="3753851" y="4143386"/>
              <a:ext cx="818151" cy="574701"/>
            </a:xfrm>
            <a:custGeom>
              <a:avLst/>
              <a:gdLst/>
              <a:ahLst/>
              <a:cxnLst>
                <a:cxn ang="0">
                  <a:pos x="81" y="0"/>
                </a:cxn>
                <a:cxn ang="0">
                  <a:pos x="81" y="0"/>
                </a:cxn>
                <a:cxn ang="0">
                  <a:pos x="65" y="29"/>
                </a:cxn>
                <a:cxn ang="0">
                  <a:pos x="51" y="56"/>
                </a:cxn>
                <a:cxn ang="0">
                  <a:pos x="25" y="102"/>
                </a:cxn>
                <a:cxn ang="0">
                  <a:pos x="6" y="133"/>
                </a:cxn>
                <a:cxn ang="0">
                  <a:pos x="0" y="144"/>
                </a:cxn>
                <a:cxn ang="0">
                  <a:pos x="82" y="144"/>
                </a:cxn>
                <a:cxn ang="0">
                  <a:pos x="86" y="144"/>
                </a:cxn>
                <a:cxn ang="0">
                  <a:pos x="86" y="144"/>
                </a:cxn>
                <a:cxn ang="0">
                  <a:pos x="86" y="133"/>
                </a:cxn>
                <a:cxn ang="0">
                  <a:pos x="88" y="122"/>
                </a:cxn>
                <a:cxn ang="0">
                  <a:pos x="92" y="111"/>
                </a:cxn>
                <a:cxn ang="0">
                  <a:pos x="96" y="101"/>
                </a:cxn>
                <a:cxn ang="0">
                  <a:pos x="100" y="92"/>
                </a:cxn>
                <a:cxn ang="0">
                  <a:pos x="107" y="82"/>
                </a:cxn>
                <a:cxn ang="0">
                  <a:pos x="114" y="75"/>
                </a:cxn>
                <a:cxn ang="0">
                  <a:pos x="121" y="67"/>
                </a:cxn>
                <a:cxn ang="0">
                  <a:pos x="130" y="59"/>
                </a:cxn>
                <a:cxn ang="0">
                  <a:pos x="139" y="54"/>
                </a:cxn>
                <a:cxn ang="0">
                  <a:pos x="149" y="48"/>
                </a:cxn>
                <a:cxn ang="0">
                  <a:pos x="159" y="44"/>
                </a:cxn>
                <a:cxn ang="0">
                  <a:pos x="170" y="40"/>
                </a:cxn>
                <a:cxn ang="0">
                  <a:pos x="181" y="37"/>
                </a:cxn>
                <a:cxn ang="0">
                  <a:pos x="193" y="35"/>
                </a:cxn>
                <a:cxn ang="0">
                  <a:pos x="205" y="35"/>
                </a:cxn>
                <a:cxn ang="0">
                  <a:pos x="205" y="35"/>
                </a:cxn>
                <a:cxn ang="0">
                  <a:pos x="205" y="35"/>
                </a:cxn>
                <a:cxn ang="0">
                  <a:pos x="205" y="0"/>
                </a:cxn>
                <a:cxn ang="0">
                  <a:pos x="81" y="0"/>
                </a:cxn>
              </a:cxnLst>
              <a:rect l="0" t="0" r="r" b="b"/>
              <a:pathLst>
                <a:path w="205" h="144">
                  <a:moveTo>
                    <a:pt x="81" y="0"/>
                  </a:moveTo>
                  <a:lnTo>
                    <a:pt x="81" y="0"/>
                  </a:lnTo>
                  <a:lnTo>
                    <a:pt x="65" y="29"/>
                  </a:lnTo>
                  <a:lnTo>
                    <a:pt x="51" y="56"/>
                  </a:lnTo>
                  <a:lnTo>
                    <a:pt x="25" y="102"/>
                  </a:lnTo>
                  <a:lnTo>
                    <a:pt x="6" y="133"/>
                  </a:lnTo>
                  <a:lnTo>
                    <a:pt x="0" y="144"/>
                  </a:lnTo>
                  <a:lnTo>
                    <a:pt x="82" y="144"/>
                  </a:lnTo>
                  <a:lnTo>
                    <a:pt x="86" y="144"/>
                  </a:lnTo>
                  <a:lnTo>
                    <a:pt x="86" y="144"/>
                  </a:lnTo>
                  <a:lnTo>
                    <a:pt x="86" y="133"/>
                  </a:lnTo>
                  <a:lnTo>
                    <a:pt x="88" y="122"/>
                  </a:lnTo>
                  <a:lnTo>
                    <a:pt x="92" y="111"/>
                  </a:lnTo>
                  <a:lnTo>
                    <a:pt x="96" y="101"/>
                  </a:lnTo>
                  <a:lnTo>
                    <a:pt x="100" y="92"/>
                  </a:lnTo>
                  <a:lnTo>
                    <a:pt x="107" y="82"/>
                  </a:lnTo>
                  <a:lnTo>
                    <a:pt x="114" y="75"/>
                  </a:lnTo>
                  <a:lnTo>
                    <a:pt x="121" y="67"/>
                  </a:lnTo>
                  <a:lnTo>
                    <a:pt x="130" y="59"/>
                  </a:lnTo>
                  <a:lnTo>
                    <a:pt x="139" y="54"/>
                  </a:lnTo>
                  <a:lnTo>
                    <a:pt x="149" y="48"/>
                  </a:lnTo>
                  <a:lnTo>
                    <a:pt x="159" y="44"/>
                  </a:lnTo>
                  <a:lnTo>
                    <a:pt x="170" y="40"/>
                  </a:lnTo>
                  <a:lnTo>
                    <a:pt x="181" y="37"/>
                  </a:lnTo>
                  <a:lnTo>
                    <a:pt x="193" y="35"/>
                  </a:lnTo>
                  <a:lnTo>
                    <a:pt x="205" y="35"/>
                  </a:lnTo>
                  <a:lnTo>
                    <a:pt x="205" y="35"/>
                  </a:lnTo>
                  <a:lnTo>
                    <a:pt x="205" y="35"/>
                  </a:lnTo>
                  <a:lnTo>
                    <a:pt x="205" y="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072C62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Freeform 26"/>
            <p:cNvSpPr/>
            <p:nvPr/>
          </p:nvSpPr>
          <p:spPr bwMode="auto">
            <a:xfrm>
              <a:off x="4077119" y="3975765"/>
              <a:ext cx="494881" cy="167621"/>
            </a:xfrm>
            <a:custGeom>
              <a:avLst/>
              <a:gdLst/>
              <a:ahLst/>
              <a:cxnLst>
                <a:cxn ang="0">
                  <a:pos x="124" y="3"/>
                </a:cxn>
                <a:cxn ang="0">
                  <a:pos x="124" y="3"/>
                </a:cxn>
                <a:cxn ang="0">
                  <a:pos x="79" y="3"/>
                </a:cxn>
                <a:cxn ang="0">
                  <a:pos x="79" y="3"/>
                </a:cxn>
                <a:cxn ang="0">
                  <a:pos x="79" y="0"/>
                </a:cxn>
                <a:cxn ang="0">
                  <a:pos x="19" y="0"/>
                </a:cxn>
                <a:cxn ang="0">
                  <a:pos x="19" y="0"/>
                </a:cxn>
                <a:cxn ang="0">
                  <a:pos x="18" y="2"/>
                </a:cxn>
                <a:cxn ang="0">
                  <a:pos x="0" y="2"/>
                </a:cxn>
                <a:cxn ang="0">
                  <a:pos x="0" y="41"/>
                </a:cxn>
                <a:cxn ang="0">
                  <a:pos x="0" y="41"/>
                </a:cxn>
                <a:cxn ang="0">
                  <a:pos x="0" y="42"/>
                </a:cxn>
                <a:cxn ang="0">
                  <a:pos x="124" y="42"/>
                </a:cxn>
                <a:cxn ang="0">
                  <a:pos x="124" y="3"/>
                </a:cxn>
              </a:cxnLst>
              <a:rect l="0" t="0" r="r" b="b"/>
              <a:pathLst>
                <a:path w="124" h="42">
                  <a:moveTo>
                    <a:pt x="124" y="3"/>
                  </a:moveTo>
                  <a:lnTo>
                    <a:pt x="124" y="3"/>
                  </a:lnTo>
                  <a:lnTo>
                    <a:pt x="79" y="3"/>
                  </a:lnTo>
                  <a:lnTo>
                    <a:pt x="79" y="3"/>
                  </a:lnTo>
                  <a:lnTo>
                    <a:pt x="79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8" y="2"/>
                  </a:lnTo>
                  <a:lnTo>
                    <a:pt x="0" y="2"/>
                  </a:lnTo>
                  <a:lnTo>
                    <a:pt x="0" y="41"/>
                  </a:lnTo>
                  <a:lnTo>
                    <a:pt x="0" y="41"/>
                  </a:lnTo>
                  <a:lnTo>
                    <a:pt x="0" y="42"/>
                  </a:lnTo>
                  <a:lnTo>
                    <a:pt x="124" y="42"/>
                  </a:lnTo>
                  <a:lnTo>
                    <a:pt x="124" y="3"/>
                  </a:lnTo>
                  <a:close/>
                </a:path>
              </a:pathLst>
            </a:custGeom>
            <a:solidFill>
              <a:srgbClr val="1A76DC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Freeform 27"/>
            <p:cNvSpPr/>
            <p:nvPr/>
          </p:nvSpPr>
          <p:spPr bwMode="auto">
            <a:xfrm>
              <a:off x="4572000" y="3975765"/>
              <a:ext cx="498873" cy="167621"/>
            </a:xfrm>
            <a:custGeom>
              <a:avLst/>
              <a:gdLst/>
              <a:ahLst/>
              <a:cxnLst>
                <a:cxn ang="0">
                  <a:pos x="125" y="40"/>
                </a:cxn>
                <a:cxn ang="0">
                  <a:pos x="125" y="2"/>
                </a:cxn>
                <a:cxn ang="0">
                  <a:pos x="106" y="2"/>
                </a:cxn>
                <a:cxn ang="0">
                  <a:pos x="106" y="2"/>
                </a:cxn>
                <a:cxn ang="0">
                  <a:pos x="106" y="0"/>
                </a:cxn>
                <a:cxn ang="0">
                  <a:pos x="46" y="0"/>
                </a:cxn>
                <a:cxn ang="0">
                  <a:pos x="46" y="0"/>
                </a:cxn>
                <a:cxn ang="0">
                  <a:pos x="47" y="3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42"/>
                </a:cxn>
                <a:cxn ang="0">
                  <a:pos x="125" y="42"/>
                </a:cxn>
                <a:cxn ang="0">
                  <a:pos x="125" y="42"/>
                </a:cxn>
                <a:cxn ang="0">
                  <a:pos x="125" y="40"/>
                </a:cxn>
                <a:cxn ang="0">
                  <a:pos x="125" y="40"/>
                </a:cxn>
              </a:cxnLst>
              <a:rect l="0" t="0" r="r" b="b"/>
              <a:pathLst>
                <a:path w="125" h="42">
                  <a:moveTo>
                    <a:pt x="125" y="40"/>
                  </a:moveTo>
                  <a:lnTo>
                    <a:pt x="125" y="2"/>
                  </a:lnTo>
                  <a:lnTo>
                    <a:pt x="106" y="2"/>
                  </a:lnTo>
                  <a:lnTo>
                    <a:pt x="106" y="2"/>
                  </a:lnTo>
                  <a:lnTo>
                    <a:pt x="106" y="0"/>
                  </a:lnTo>
                  <a:lnTo>
                    <a:pt x="46" y="0"/>
                  </a:lnTo>
                  <a:lnTo>
                    <a:pt x="46" y="0"/>
                  </a:lnTo>
                  <a:lnTo>
                    <a:pt x="47" y="3"/>
                  </a:lnTo>
                  <a:lnTo>
                    <a:pt x="1" y="3"/>
                  </a:lnTo>
                  <a:lnTo>
                    <a:pt x="0" y="3"/>
                  </a:lnTo>
                  <a:lnTo>
                    <a:pt x="0" y="42"/>
                  </a:lnTo>
                  <a:lnTo>
                    <a:pt x="125" y="42"/>
                  </a:lnTo>
                  <a:lnTo>
                    <a:pt x="125" y="42"/>
                  </a:lnTo>
                  <a:lnTo>
                    <a:pt x="125" y="40"/>
                  </a:lnTo>
                  <a:lnTo>
                    <a:pt x="125" y="40"/>
                  </a:lnTo>
                  <a:close/>
                </a:path>
              </a:pathLst>
            </a:custGeom>
            <a:solidFill>
              <a:srgbClr val="072C62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Freeform 28"/>
            <p:cNvSpPr/>
            <p:nvPr/>
          </p:nvSpPr>
          <p:spPr bwMode="auto">
            <a:xfrm>
              <a:off x="4572000" y="4143386"/>
              <a:ext cx="822141" cy="574701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0" y="0"/>
                </a:cxn>
                <a:cxn ang="0">
                  <a:pos x="0" y="35"/>
                </a:cxn>
                <a:cxn ang="0">
                  <a:pos x="0" y="35"/>
                </a:cxn>
                <a:cxn ang="0">
                  <a:pos x="1" y="35"/>
                </a:cxn>
                <a:cxn ang="0">
                  <a:pos x="1" y="35"/>
                </a:cxn>
                <a:cxn ang="0">
                  <a:pos x="1" y="35"/>
                </a:cxn>
                <a:cxn ang="0">
                  <a:pos x="1" y="35"/>
                </a:cxn>
                <a:cxn ang="0">
                  <a:pos x="13" y="35"/>
                </a:cxn>
                <a:cxn ang="0">
                  <a:pos x="24" y="37"/>
                </a:cxn>
                <a:cxn ang="0">
                  <a:pos x="36" y="40"/>
                </a:cxn>
                <a:cxn ang="0">
                  <a:pos x="46" y="43"/>
                </a:cxn>
                <a:cxn ang="0">
                  <a:pos x="57" y="48"/>
                </a:cxn>
                <a:cxn ang="0">
                  <a:pos x="67" y="54"/>
                </a:cxn>
                <a:cxn ang="0">
                  <a:pos x="75" y="59"/>
                </a:cxn>
                <a:cxn ang="0">
                  <a:pos x="84" y="67"/>
                </a:cxn>
                <a:cxn ang="0">
                  <a:pos x="92" y="75"/>
                </a:cxn>
                <a:cxn ang="0">
                  <a:pos x="99" y="82"/>
                </a:cxn>
                <a:cxn ang="0">
                  <a:pos x="105" y="92"/>
                </a:cxn>
                <a:cxn ang="0">
                  <a:pos x="109" y="101"/>
                </a:cxn>
                <a:cxn ang="0">
                  <a:pos x="114" y="111"/>
                </a:cxn>
                <a:cxn ang="0">
                  <a:pos x="117" y="122"/>
                </a:cxn>
                <a:cxn ang="0">
                  <a:pos x="119" y="133"/>
                </a:cxn>
                <a:cxn ang="0">
                  <a:pos x="120" y="144"/>
                </a:cxn>
                <a:cxn ang="0">
                  <a:pos x="126" y="144"/>
                </a:cxn>
                <a:cxn ang="0">
                  <a:pos x="206" y="144"/>
                </a:cxn>
                <a:cxn ang="0">
                  <a:pos x="206" y="144"/>
                </a:cxn>
                <a:cxn ang="0">
                  <a:pos x="199" y="133"/>
                </a:cxn>
                <a:cxn ang="0">
                  <a:pos x="181" y="102"/>
                </a:cxn>
                <a:cxn ang="0">
                  <a:pos x="154" y="56"/>
                </a:cxn>
                <a:cxn ang="0">
                  <a:pos x="140" y="29"/>
                </a:cxn>
                <a:cxn ang="0">
                  <a:pos x="125" y="0"/>
                </a:cxn>
                <a:cxn ang="0">
                  <a:pos x="125" y="0"/>
                </a:cxn>
              </a:cxnLst>
              <a:rect l="0" t="0" r="r" b="b"/>
              <a:pathLst>
                <a:path w="206" h="144">
                  <a:moveTo>
                    <a:pt x="125" y="0"/>
                  </a:move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3" y="35"/>
                  </a:lnTo>
                  <a:lnTo>
                    <a:pt x="24" y="37"/>
                  </a:lnTo>
                  <a:lnTo>
                    <a:pt x="36" y="40"/>
                  </a:lnTo>
                  <a:lnTo>
                    <a:pt x="46" y="43"/>
                  </a:lnTo>
                  <a:lnTo>
                    <a:pt x="57" y="48"/>
                  </a:lnTo>
                  <a:lnTo>
                    <a:pt x="67" y="54"/>
                  </a:lnTo>
                  <a:lnTo>
                    <a:pt x="75" y="59"/>
                  </a:lnTo>
                  <a:lnTo>
                    <a:pt x="84" y="67"/>
                  </a:lnTo>
                  <a:lnTo>
                    <a:pt x="92" y="75"/>
                  </a:lnTo>
                  <a:lnTo>
                    <a:pt x="99" y="82"/>
                  </a:lnTo>
                  <a:lnTo>
                    <a:pt x="105" y="92"/>
                  </a:lnTo>
                  <a:lnTo>
                    <a:pt x="109" y="101"/>
                  </a:lnTo>
                  <a:lnTo>
                    <a:pt x="114" y="111"/>
                  </a:lnTo>
                  <a:lnTo>
                    <a:pt x="117" y="122"/>
                  </a:lnTo>
                  <a:lnTo>
                    <a:pt x="119" y="133"/>
                  </a:lnTo>
                  <a:lnTo>
                    <a:pt x="120" y="144"/>
                  </a:lnTo>
                  <a:lnTo>
                    <a:pt x="126" y="144"/>
                  </a:lnTo>
                  <a:lnTo>
                    <a:pt x="206" y="144"/>
                  </a:lnTo>
                  <a:lnTo>
                    <a:pt x="206" y="144"/>
                  </a:lnTo>
                  <a:lnTo>
                    <a:pt x="199" y="133"/>
                  </a:lnTo>
                  <a:lnTo>
                    <a:pt x="181" y="102"/>
                  </a:lnTo>
                  <a:lnTo>
                    <a:pt x="154" y="56"/>
                  </a:lnTo>
                  <a:lnTo>
                    <a:pt x="140" y="29"/>
                  </a:lnTo>
                  <a:lnTo>
                    <a:pt x="125" y="0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1A76DC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Freeform 29"/>
            <p:cNvSpPr/>
            <p:nvPr/>
          </p:nvSpPr>
          <p:spPr bwMode="auto">
            <a:xfrm>
              <a:off x="4572000" y="1202035"/>
              <a:ext cx="103765" cy="502863"/>
            </a:xfrm>
            <a:custGeom>
              <a:avLst/>
              <a:gdLst/>
              <a:ahLst/>
              <a:cxnLst>
                <a:cxn ang="0">
                  <a:pos x="26" y="98"/>
                </a:cxn>
                <a:cxn ang="0">
                  <a:pos x="26" y="98"/>
                </a:cxn>
                <a:cxn ang="0">
                  <a:pos x="26" y="95"/>
                </a:cxn>
                <a:cxn ang="0">
                  <a:pos x="25" y="93"/>
                </a:cxn>
                <a:cxn ang="0">
                  <a:pos x="23" y="92"/>
                </a:cxn>
                <a:cxn ang="0">
                  <a:pos x="21" y="91"/>
                </a:cxn>
                <a:cxn ang="0">
                  <a:pos x="21" y="91"/>
                </a:cxn>
                <a:cxn ang="0">
                  <a:pos x="22" y="88"/>
                </a:cxn>
                <a:cxn ang="0">
                  <a:pos x="22" y="83"/>
                </a:cxn>
                <a:cxn ang="0">
                  <a:pos x="22" y="83"/>
                </a:cxn>
                <a:cxn ang="0">
                  <a:pos x="22" y="80"/>
                </a:cxn>
                <a:cxn ang="0">
                  <a:pos x="19" y="78"/>
                </a:cxn>
                <a:cxn ang="0">
                  <a:pos x="17" y="77"/>
                </a:cxn>
                <a:cxn ang="0">
                  <a:pos x="14" y="76"/>
                </a:cxn>
                <a:cxn ang="0">
                  <a:pos x="12" y="76"/>
                </a:cxn>
                <a:cxn ang="0">
                  <a:pos x="12" y="76"/>
                </a:cxn>
                <a:cxn ang="0">
                  <a:pos x="12" y="73"/>
                </a:cxn>
                <a:cxn ang="0">
                  <a:pos x="12" y="73"/>
                </a:cxn>
                <a:cxn ang="0">
                  <a:pos x="12" y="72"/>
                </a:cxn>
                <a:cxn ang="0">
                  <a:pos x="11" y="70"/>
                </a:cxn>
                <a:cxn ang="0">
                  <a:pos x="9" y="69"/>
                </a:cxn>
                <a:cxn ang="0">
                  <a:pos x="6" y="69"/>
                </a:cxn>
                <a:cxn ang="0">
                  <a:pos x="4" y="69"/>
                </a:cxn>
                <a:cxn ang="0">
                  <a:pos x="4" y="37"/>
                </a:cxn>
                <a:cxn ang="0">
                  <a:pos x="4" y="37"/>
                </a:cxn>
                <a:cxn ang="0">
                  <a:pos x="3" y="35"/>
                </a:cxn>
                <a:cxn ang="0">
                  <a:pos x="2" y="34"/>
                </a:cxn>
                <a:cxn ang="0">
                  <a:pos x="2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126"/>
                </a:cxn>
                <a:cxn ang="0">
                  <a:pos x="19" y="126"/>
                </a:cxn>
                <a:cxn ang="0">
                  <a:pos x="19" y="126"/>
                </a:cxn>
                <a:cxn ang="0">
                  <a:pos x="21" y="124"/>
                </a:cxn>
                <a:cxn ang="0">
                  <a:pos x="22" y="120"/>
                </a:cxn>
                <a:cxn ang="0">
                  <a:pos x="24" y="111"/>
                </a:cxn>
                <a:cxn ang="0">
                  <a:pos x="26" y="98"/>
                </a:cxn>
                <a:cxn ang="0">
                  <a:pos x="26" y="98"/>
                </a:cxn>
              </a:cxnLst>
              <a:rect l="0" t="0" r="r" b="b"/>
              <a:pathLst>
                <a:path w="26" h="126">
                  <a:moveTo>
                    <a:pt x="26" y="98"/>
                  </a:moveTo>
                  <a:lnTo>
                    <a:pt x="26" y="98"/>
                  </a:lnTo>
                  <a:lnTo>
                    <a:pt x="26" y="95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1" y="91"/>
                  </a:lnTo>
                  <a:lnTo>
                    <a:pt x="21" y="91"/>
                  </a:lnTo>
                  <a:lnTo>
                    <a:pt x="22" y="88"/>
                  </a:lnTo>
                  <a:lnTo>
                    <a:pt x="22" y="83"/>
                  </a:lnTo>
                  <a:lnTo>
                    <a:pt x="22" y="83"/>
                  </a:lnTo>
                  <a:lnTo>
                    <a:pt x="22" y="80"/>
                  </a:lnTo>
                  <a:lnTo>
                    <a:pt x="19" y="78"/>
                  </a:lnTo>
                  <a:lnTo>
                    <a:pt x="17" y="77"/>
                  </a:lnTo>
                  <a:lnTo>
                    <a:pt x="14" y="76"/>
                  </a:lnTo>
                  <a:lnTo>
                    <a:pt x="12" y="76"/>
                  </a:lnTo>
                  <a:lnTo>
                    <a:pt x="12" y="7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2"/>
                  </a:lnTo>
                  <a:lnTo>
                    <a:pt x="11" y="70"/>
                  </a:lnTo>
                  <a:lnTo>
                    <a:pt x="9" y="69"/>
                  </a:lnTo>
                  <a:lnTo>
                    <a:pt x="6" y="69"/>
                  </a:lnTo>
                  <a:lnTo>
                    <a:pt x="4" y="69"/>
                  </a:lnTo>
                  <a:lnTo>
                    <a:pt x="4" y="37"/>
                  </a:lnTo>
                  <a:lnTo>
                    <a:pt x="4" y="37"/>
                  </a:lnTo>
                  <a:lnTo>
                    <a:pt x="3" y="35"/>
                  </a:lnTo>
                  <a:lnTo>
                    <a:pt x="2" y="34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126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21" y="124"/>
                  </a:lnTo>
                  <a:lnTo>
                    <a:pt x="22" y="120"/>
                  </a:lnTo>
                  <a:lnTo>
                    <a:pt x="24" y="111"/>
                  </a:lnTo>
                  <a:lnTo>
                    <a:pt x="26" y="98"/>
                  </a:lnTo>
                  <a:lnTo>
                    <a:pt x="26" y="98"/>
                  </a:lnTo>
                  <a:close/>
                </a:path>
              </a:pathLst>
            </a:custGeom>
            <a:solidFill>
              <a:srgbClr val="B7E9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Freeform 30"/>
            <p:cNvSpPr/>
            <p:nvPr/>
          </p:nvSpPr>
          <p:spPr bwMode="auto">
            <a:xfrm>
              <a:off x="4572000" y="1704898"/>
              <a:ext cx="223495" cy="1636301"/>
            </a:xfrm>
            <a:custGeom>
              <a:avLst/>
              <a:gdLst/>
              <a:ahLst/>
              <a:cxnLst>
                <a:cxn ang="0">
                  <a:pos x="56" y="410"/>
                </a:cxn>
                <a:cxn ang="0">
                  <a:pos x="56" y="410"/>
                </a:cxn>
                <a:cxn ang="0">
                  <a:pos x="46" y="346"/>
                </a:cxn>
                <a:cxn ang="0">
                  <a:pos x="39" y="297"/>
                </a:cxn>
                <a:cxn ang="0">
                  <a:pos x="33" y="243"/>
                </a:cxn>
                <a:cxn ang="0">
                  <a:pos x="26" y="183"/>
                </a:cxn>
                <a:cxn ang="0">
                  <a:pos x="22" y="122"/>
                </a:cxn>
                <a:cxn ang="0">
                  <a:pos x="18" y="59"/>
                </a:cxn>
                <a:cxn ang="0">
                  <a:pos x="17" y="30"/>
                </a:cxn>
                <a:cxn ang="0">
                  <a:pos x="17" y="0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0" y="0"/>
                </a:cxn>
                <a:cxn ang="0">
                  <a:pos x="0" y="410"/>
                </a:cxn>
                <a:cxn ang="0">
                  <a:pos x="56" y="410"/>
                </a:cxn>
              </a:cxnLst>
              <a:rect l="0" t="0" r="r" b="b"/>
              <a:pathLst>
                <a:path w="56" h="410">
                  <a:moveTo>
                    <a:pt x="56" y="410"/>
                  </a:moveTo>
                  <a:lnTo>
                    <a:pt x="56" y="410"/>
                  </a:lnTo>
                  <a:lnTo>
                    <a:pt x="46" y="346"/>
                  </a:lnTo>
                  <a:lnTo>
                    <a:pt x="39" y="297"/>
                  </a:lnTo>
                  <a:lnTo>
                    <a:pt x="33" y="243"/>
                  </a:lnTo>
                  <a:lnTo>
                    <a:pt x="26" y="183"/>
                  </a:lnTo>
                  <a:lnTo>
                    <a:pt x="22" y="122"/>
                  </a:lnTo>
                  <a:lnTo>
                    <a:pt x="18" y="59"/>
                  </a:lnTo>
                  <a:lnTo>
                    <a:pt x="17" y="30"/>
                  </a:lnTo>
                  <a:lnTo>
                    <a:pt x="17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0" y="0"/>
                  </a:lnTo>
                  <a:lnTo>
                    <a:pt x="0" y="410"/>
                  </a:lnTo>
                  <a:lnTo>
                    <a:pt x="56" y="410"/>
                  </a:lnTo>
                  <a:close/>
                </a:path>
              </a:pathLst>
            </a:custGeom>
            <a:solidFill>
              <a:srgbClr val="79D6FF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1" name="Freeform 31"/>
            <p:cNvSpPr/>
            <p:nvPr/>
          </p:nvSpPr>
          <p:spPr bwMode="auto">
            <a:xfrm>
              <a:off x="4572000" y="3341199"/>
              <a:ext cx="279368" cy="83812"/>
            </a:xfrm>
            <a:custGeom>
              <a:avLst/>
              <a:gdLst/>
              <a:ahLst/>
              <a:cxnLst>
                <a:cxn ang="0">
                  <a:pos x="70" y="8"/>
                </a:cxn>
                <a:cxn ang="0">
                  <a:pos x="70" y="8"/>
                </a:cxn>
                <a:cxn ang="0">
                  <a:pos x="69" y="6"/>
                </a:cxn>
                <a:cxn ang="0">
                  <a:pos x="68" y="4"/>
                </a:cxn>
                <a:cxn ang="0">
                  <a:pos x="66" y="3"/>
                </a:cxn>
                <a:cxn ang="0">
                  <a:pos x="62" y="2"/>
                </a:cxn>
                <a:cxn ang="0">
                  <a:pos x="56" y="2"/>
                </a:cxn>
                <a:cxn ang="0">
                  <a:pos x="56" y="2"/>
                </a:cxn>
                <a:cxn ang="0">
                  <a:pos x="56" y="0"/>
                </a:cxn>
                <a:cxn ang="0">
                  <a:pos x="0" y="0"/>
                </a:cxn>
                <a:cxn ang="0">
                  <a:pos x="0" y="21"/>
                </a:cxn>
                <a:cxn ang="0">
                  <a:pos x="63" y="21"/>
                </a:cxn>
                <a:cxn ang="0">
                  <a:pos x="63" y="21"/>
                </a:cxn>
                <a:cxn ang="0">
                  <a:pos x="67" y="18"/>
                </a:cxn>
                <a:cxn ang="0">
                  <a:pos x="68" y="14"/>
                </a:cxn>
                <a:cxn ang="0">
                  <a:pos x="70" y="8"/>
                </a:cxn>
                <a:cxn ang="0">
                  <a:pos x="70" y="8"/>
                </a:cxn>
              </a:cxnLst>
              <a:rect l="0" t="0" r="r" b="b"/>
              <a:pathLst>
                <a:path w="70" h="21">
                  <a:moveTo>
                    <a:pt x="70" y="8"/>
                  </a:moveTo>
                  <a:lnTo>
                    <a:pt x="70" y="8"/>
                  </a:lnTo>
                  <a:lnTo>
                    <a:pt x="69" y="6"/>
                  </a:lnTo>
                  <a:lnTo>
                    <a:pt x="68" y="4"/>
                  </a:lnTo>
                  <a:lnTo>
                    <a:pt x="66" y="3"/>
                  </a:lnTo>
                  <a:lnTo>
                    <a:pt x="62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6" y="0"/>
                  </a:lnTo>
                  <a:lnTo>
                    <a:pt x="0" y="0"/>
                  </a:lnTo>
                  <a:lnTo>
                    <a:pt x="0" y="21"/>
                  </a:lnTo>
                  <a:lnTo>
                    <a:pt x="63" y="21"/>
                  </a:lnTo>
                  <a:lnTo>
                    <a:pt x="63" y="21"/>
                  </a:lnTo>
                  <a:lnTo>
                    <a:pt x="67" y="18"/>
                  </a:lnTo>
                  <a:lnTo>
                    <a:pt x="68" y="14"/>
                  </a:lnTo>
                  <a:lnTo>
                    <a:pt x="70" y="8"/>
                  </a:lnTo>
                  <a:lnTo>
                    <a:pt x="70" y="8"/>
                  </a:lnTo>
                  <a:close/>
                </a:path>
              </a:pathLst>
            </a:custGeom>
            <a:solidFill>
              <a:srgbClr val="072C62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Freeform 32"/>
            <p:cNvSpPr/>
            <p:nvPr/>
          </p:nvSpPr>
          <p:spPr bwMode="auto">
            <a:xfrm>
              <a:off x="4572000" y="3425010"/>
              <a:ext cx="423043" cy="550755"/>
            </a:xfrm>
            <a:custGeom>
              <a:avLst/>
              <a:gdLst/>
              <a:ahLst/>
              <a:cxnLst>
                <a:cxn ang="0">
                  <a:pos x="59" y="1"/>
                </a:cxn>
                <a:cxn ang="0">
                  <a:pos x="62" y="1"/>
                </a:cxn>
                <a:cxn ang="0">
                  <a:pos x="62" y="1"/>
                </a:cxn>
                <a:cxn ang="0">
                  <a:pos x="63" y="0"/>
                </a:cxn>
                <a:cxn ang="0">
                  <a:pos x="0" y="0"/>
                </a:cxn>
                <a:cxn ang="0">
                  <a:pos x="0" y="44"/>
                </a:cxn>
                <a:cxn ang="0">
                  <a:pos x="1" y="44"/>
                </a:cxn>
                <a:cxn ang="0">
                  <a:pos x="25" y="44"/>
                </a:cxn>
                <a:cxn ang="0">
                  <a:pos x="25" y="44"/>
                </a:cxn>
                <a:cxn ang="0">
                  <a:pos x="33" y="84"/>
                </a:cxn>
                <a:cxn ang="0">
                  <a:pos x="39" y="114"/>
                </a:cxn>
                <a:cxn ang="0">
                  <a:pos x="46" y="138"/>
                </a:cxn>
                <a:cxn ang="0">
                  <a:pos x="106" y="138"/>
                </a:cxn>
                <a:cxn ang="0">
                  <a:pos x="106" y="138"/>
                </a:cxn>
                <a:cxn ang="0">
                  <a:pos x="91" y="103"/>
                </a:cxn>
                <a:cxn ang="0">
                  <a:pos x="78" y="68"/>
                </a:cxn>
                <a:cxn ang="0">
                  <a:pos x="67" y="34"/>
                </a:cxn>
                <a:cxn ang="0">
                  <a:pos x="62" y="18"/>
                </a:cxn>
                <a:cxn ang="0">
                  <a:pos x="59" y="1"/>
                </a:cxn>
                <a:cxn ang="0">
                  <a:pos x="59" y="1"/>
                </a:cxn>
              </a:cxnLst>
              <a:rect l="0" t="0" r="r" b="b"/>
              <a:pathLst>
                <a:path w="106" h="138">
                  <a:moveTo>
                    <a:pt x="59" y="1"/>
                  </a:moveTo>
                  <a:lnTo>
                    <a:pt x="62" y="1"/>
                  </a:lnTo>
                  <a:lnTo>
                    <a:pt x="62" y="1"/>
                  </a:lnTo>
                  <a:lnTo>
                    <a:pt x="63" y="0"/>
                  </a:lnTo>
                  <a:lnTo>
                    <a:pt x="0" y="0"/>
                  </a:lnTo>
                  <a:lnTo>
                    <a:pt x="0" y="44"/>
                  </a:lnTo>
                  <a:lnTo>
                    <a:pt x="1" y="44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33" y="84"/>
                  </a:lnTo>
                  <a:lnTo>
                    <a:pt x="39" y="114"/>
                  </a:lnTo>
                  <a:lnTo>
                    <a:pt x="46" y="138"/>
                  </a:lnTo>
                  <a:lnTo>
                    <a:pt x="106" y="138"/>
                  </a:lnTo>
                  <a:lnTo>
                    <a:pt x="106" y="138"/>
                  </a:lnTo>
                  <a:lnTo>
                    <a:pt x="91" y="103"/>
                  </a:lnTo>
                  <a:lnTo>
                    <a:pt x="78" y="68"/>
                  </a:lnTo>
                  <a:lnTo>
                    <a:pt x="67" y="34"/>
                  </a:lnTo>
                  <a:lnTo>
                    <a:pt x="62" y="18"/>
                  </a:lnTo>
                  <a:lnTo>
                    <a:pt x="59" y="1"/>
                  </a:lnTo>
                  <a:lnTo>
                    <a:pt x="59" y="1"/>
                  </a:lnTo>
                  <a:close/>
                </a:path>
              </a:pathLst>
            </a:custGeom>
            <a:solidFill>
              <a:srgbClr val="00A0E9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4" name="Rectangle 69"/>
          <p:cNvSpPr/>
          <p:nvPr/>
        </p:nvSpPr>
        <p:spPr>
          <a:xfrm>
            <a:off x="3352800" y="4334307"/>
            <a:ext cx="1071570" cy="285752"/>
          </a:xfrm>
          <a:prstGeom prst="rect">
            <a:avLst/>
          </a:prstGeom>
          <a:solidFill>
            <a:srgbClr val="1A7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5" name="Straight Connector 28"/>
          <p:cNvCxnSpPr/>
          <p:nvPr/>
        </p:nvCxnSpPr>
        <p:spPr>
          <a:xfrm>
            <a:off x="2424106" y="4500576"/>
            <a:ext cx="785818" cy="1588"/>
          </a:xfrm>
          <a:prstGeom prst="line">
            <a:avLst/>
          </a:prstGeom>
          <a:ln w="12700">
            <a:solidFill>
              <a:srgbClr val="1A76DC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68"/>
          <p:cNvSpPr/>
          <p:nvPr/>
        </p:nvSpPr>
        <p:spPr>
          <a:xfrm>
            <a:off x="3352800" y="3328986"/>
            <a:ext cx="1071570" cy="285752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Straight Connector 79"/>
          <p:cNvCxnSpPr/>
          <p:nvPr/>
        </p:nvCxnSpPr>
        <p:spPr>
          <a:xfrm>
            <a:off x="2066916" y="3500444"/>
            <a:ext cx="1143008" cy="2011"/>
          </a:xfrm>
          <a:prstGeom prst="line">
            <a:avLst/>
          </a:prstGeom>
          <a:ln w="12700">
            <a:solidFill>
              <a:srgbClr val="00A0E9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4610104" y="1370352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94" name="文本占位符 54"/>
          <p:cNvSpPr>
            <a:spLocks noGrp="1"/>
          </p:cNvSpPr>
          <p:nvPr>
            <p:ph type="body" sz="quarter" idx="20" hasCustomPrompt="1"/>
          </p:nvPr>
        </p:nvSpPr>
        <p:spPr>
          <a:xfrm>
            <a:off x="3357347" y="1370352"/>
            <a:ext cx="1067024" cy="39215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</a:t>
            </a:r>
          </a:p>
        </p:txBody>
      </p:sp>
      <p:sp>
        <p:nvSpPr>
          <p:cNvPr id="95" name="文本占位符 54"/>
          <p:cNvSpPr>
            <a:spLocks noGrp="1"/>
          </p:cNvSpPr>
          <p:nvPr>
            <p:ph type="body" sz="quarter" idx="27" hasCustomPrompt="1"/>
          </p:nvPr>
        </p:nvSpPr>
        <p:spPr>
          <a:xfrm>
            <a:off x="4610103" y="2221528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96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3357346" y="2221528"/>
            <a:ext cx="1067024" cy="39215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</a:t>
            </a:r>
          </a:p>
        </p:txBody>
      </p:sp>
      <p:sp>
        <p:nvSpPr>
          <p:cNvPr id="97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4603172" y="3253951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98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3350415" y="3253951"/>
            <a:ext cx="1067024" cy="39215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</a:t>
            </a:r>
          </a:p>
        </p:txBody>
      </p:sp>
      <p:sp>
        <p:nvSpPr>
          <p:cNvPr id="99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4603172" y="4276841"/>
            <a:ext cx="2332012" cy="56523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00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3350415" y="4276841"/>
            <a:ext cx="1067024" cy="39215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62000" y="1581150"/>
            <a:ext cx="1828800" cy="2514600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ectangle 44"/>
          <p:cNvSpPr/>
          <p:nvPr/>
        </p:nvSpPr>
        <p:spPr>
          <a:xfrm>
            <a:off x="685800" y="2266258"/>
            <a:ext cx="1981200" cy="457200"/>
          </a:xfrm>
          <a:prstGeom prst="rect">
            <a:avLst/>
          </a:prstGeom>
          <a:solidFill>
            <a:srgbClr val="79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Rectangle 45"/>
          <p:cNvSpPr/>
          <p:nvPr/>
        </p:nvSpPr>
        <p:spPr>
          <a:xfrm>
            <a:off x="3450772" y="1401537"/>
            <a:ext cx="2090057" cy="2873826"/>
          </a:xfrm>
          <a:prstGeom prst="rect">
            <a:avLst/>
          </a:prstGeom>
          <a:solidFill>
            <a:srgbClr val="1A7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49"/>
          <p:cNvSpPr/>
          <p:nvPr/>
        </p:nvSpPr>
        <p:spPr>
          <a:xfrm>
            <a:off x="3363686" y="2184616"/>
            <a:ext cx="2264228" cy="522514"/>
          </a:xfrm>
          <a:prstGeom prst="rect">
            <a:avLst/>
          </a:prstGeom>
          <a:solidFill>
            <a:srgbClr val="79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Rectangle 54"/>
          <p:cNvSpPr/>
          <p:nvPr/>
        </p:nvSpPr>
        <p:spPr>
          <a:xfrm>
            <a:off x="6477000" y="1581150"/>
            <a:ext cx="1828800" cy="2514600"/>
          </a:xfrm>
          <a:prstGeom prst="rect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55"/>
          <p:cNvSpPr/>
          <p:nvPr/>
        </p:nvSpPr>
        <p:spPr>
          <a:xfrm>
            <a:off x="6400800" y="2266258"/>
            <a:ext cx="1981200" cy="457200"/>
          </a:xfrm>
          <a:prstGeom prst="rect">
            <a:avLst/>
          </a:prstGeom>
          <a:solidFill>
            <a:srgbClr val="79D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868553" y="2723457"/>
            <a:ext cx="1676400" cy="137160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9" name="文本占位符 54"/>
          <p:cNvSpPr>
            <a:spLocks noGrp="1"/>
          </p:cNvSpPr>
          <p:nvPr>
            <p:ph type="body" sz="quarter" idx="20" hasCustomPrompt="1"/>
          </p:nvPr>
        </p:nvSpPr>
        <p:spPr>
          <a:xfrm>
            <a:off x="1059304" y="2344493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80" name="文本占位符 54"/>
          <p:cNvSpPr>
            <a:spLocks noGrp="1"/>
          </p:cNvSpPr>
          <p:nvPr>
            <p:ph type="body" sz="quarter" idx="27" hasCustomPrompt="1"/>
          </p:nvPr>
        </p:nvSpPr>
        <p:spPr>
          <a:xfrm>
            <a:off x="3657600" y="2723291"/>
            <a:ext cx="1676400" cy="137160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81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3857412" y="2308192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  <p:sp>
        <p:nvSpPr>
          <p:cNvPr id="82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6553200" y="2724149"/>
            <a:ext cx="1676400" cy="137160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83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6743951" y="2345185"/>
            <a:ext cx="1294899" cy="34414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24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730258" y="1816441"/>
            <a:ext cx="2004714" cy="983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5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730498" y="1452556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27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730258" y="3545235"/>
            <a:ext cx="2004714" cy="9425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8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730498" y="3181350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0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3503771" y="1816441"/>
            <a:ext cx="2004714" cy="983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1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3504011" y="1452556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3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3503771" y="3545235"/>
            <a:ext cx="2004714" cy="9425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4" name="文本占位符 54"/>
          <p:cNvSpPr>
            <a:spLocks noGrp="1"/>
          </p:cNvSpPr>
          <p:nvPr>
            <p:ph type="body" sz="quarter" idx="34" hasCustomPrompt="1"/>
          </p:nvPr>
        </p:nvSpPr>
        <p:spPr>
          <a:xfrm>
            <a:off x="3504011" y="3181350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7" name="文本占位符 54"/>
          <p:cNvSpPr>
            <a:spLocks noGrp="1"/>
          </p:cNvSpPr>
          <p:nvPr>
            <p:ph type="body" sz="quarter" idx="35" hasCustomPrompt="1"/>
          </p:nvPr>
        </p:nvSpPr>
        <p:spPr>
          <a:xfrm>
            <a:off x="6277044" y="1817269"/>
            <a:ext cx="2004714" cy="983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39" name="文本占位符 54"/>
          <p:cNvSpPr>
            <a:spLocks noGrp="1"/>
          </p:cNvSpPr>
          <p:nvPr>
            <p:ph type="body" sz="quarter" idx="36" hasCustomPrompt="1"/>
          </p:nvPr>
        </p:nvSpPr>
        <p:spPr>
          <a:xfrm>
            <a:off x="6277284" y="1453384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41" name="文本占位符 54"/>
          <p:cNvSpPr>
            <a:spLocks noGrp="1"/>
          </p:cNvSpPr>
          <p:nvPr>
            <p:ph type="body" sz="quarter" idx="37" hasCustomPrompt="1"/>
          </p:nvPr>
        </p:nvSpPr>
        <p:spPr>
          <a:xfrm>
            <a:off x="6277044" y="3546063"/>
            <a:ext cx="2004714" cy="942523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42" name="文本占位符 54"/>
          <p:cNvSpPr>
            <a:spLocks noGrp="1"/>
          </p:cNvSpPr>
          <p:nvPr>
            <p:ph type="body" sz="quarter" idx="38" hasCustomPrompt="1"/>
          </p:nvPr>
        </p:nvSpPr>
        <p:spPr>
          <a:xfrm>
            <a:off x="6277284" y="3182178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20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152400" y="3529576"/>
            <a:ext cx="2004714" cy="983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1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152640" y="3165691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22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2362200" y="3529576"/>
            <a:ext cx="2004714" cy="983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3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2362440" y="3165691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24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4571760" y="3529576"/>
            <a:ext cx="2004714" cy="983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5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0" y="3165691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26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6781560" y="3529576"/>
            <a:ext cx="2004714" cy="98390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27" name="文本占位符 54"/>
          <p:cNvSpPr>
            <a:spLocks noGrp="1"/>
          </p:cNvSpPr>
          <p:nvPr>
            <p:ph type="body" sz="quarter" idx="34" hasCustomPrompt="1"/>
          </p:nvPr>
        </p:nvSpPr>
        <p:spPr>
          <a:xfrm>
            <a:off x="6781800" y="3165691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grpSp>
        <p:nvGrpSpPr>
          <p:cNvPr id="42" name="Group 71"/>
          <p:cNvGrpSpPr/>
          <p:nvPr/>
        </p:nvGrpSpPr>
        <p:grpSpPr>
          <a:xfrm>
            <a:off x="1785918" y="1643056"/>
            <a:ext cx="2500330" cy="1588"/>
            <a:chOff x="1785918" y="1643056"/>
            <a:chExt cx="2500330" cy="1588"/>
          </a:xfrm>
        </p:grpSpPr>
        <p:cxnSp>
          <p:nvCxnSpPr>
            <p:cNvPr id="45" name="Straight Connector 18"/>
            <p:cNvCxnSpPr/>
            <p:nvPr/>
          </p:nvCxnSpPr>
          <p:spPr>
            <a:xfrm>
              <a:off x="1785918" y="1643056"/>
              <a:ext cx="2500330" cy="1588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19"/>
            <p:cNvCxnSpPr/>
            <p:nvPr/>
          </p:nvCxnSpPr>
          <p:spPr>
            <a:xfrm>
              <a:off x="1785918" y="1643056"/>
              <a:ext cx="2000264" cy="1588"/>
            </a:xfrm>
            <a:prstGeom prst="line">
              <a:avLst/>
            </a:prstGeom>
            <a:ln w="57150">
              <a:solidFill>
                <a:srgbClr val="00A0E9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69"/>
          <p:cNvGrpSpPr/>
          <p:nvPr/>
        </p:nvGrpSpPr>
        <p:grpSpPr>
          <a:xfrm>
            <a:off x="1785918" y="2071684"/>
            <a:ext cx="2500330" cy="1588"/>
            <a:chOff x="1785918" y="2071684"/>
            <a:chExt cx="2500330" cy="1588"/>
          </a:xfrm>
        </p:grpSpPr>
        <p:cxnSp>
          <p:nvCxnSpPr>
            <p:cNvPr id="40" name="Straight Connector 21"/>
            <p:cNvCxnSpPr/>
            <p:nvPr/>
          </p:nvCxnSpPr>
          <p:spPr>
            <a:xfrm>
              <a:off x="1785918" y="2071684"/>
              <a:ext cx="2500330" cy="1588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22"/>
            <p:cNvCxnSpPr/>
            <p:nvPr/>
          </p:nvCxnSpPr>
          <p:spPr>
            <a:xfrm>
              <a:off x="1785918" y="2071684"/>
              <a:ext cx="1357322" cy="1588"/>
            </a:xfrm>
            <a:prstGeom prst="line">
              <a:avLst/>
            </a:prstGeom>
            <a:ln w="57150">
              <a:solidFill>
                <a:srgbClr val="00A0E9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67"/>
          <p:cNvGrpSpPr/>
          <p:nvPr/>
        </p:nvGrpSpPr>
        <p:grpSpPr>
          <a:xfrm>
            <a:off x="1785918" y="2500312"/>
            <a:ext cx="2500330" cy="1588"/>
            <a:chOff x="1785918" y="2500312"/>
            <a:chExt cx="2500330" cy="1588"/>
          </a:xfrm>
        </p:grpSpPr>
        <p:cxnSp>
          <p:nvCxnSpPr>
            <p:cNvPr id="33" name="Straight Connector 23"/>
            <p:cNvCxnSpPr/>
            <p:nvPr/>
          </p:nvCxnSpPr>
          <p:spPr>
            <a:xfrm>
              <a:off x="1785918" y="2500312"/>
              <a:ext cx="2500330" cy="1588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24"/>
            <p:cNvCxnSpPr/>
            <p:nvPr/>
          </p:nvCxnSpPr>
          <p:spPr>
            <a:xfrm>
              <a:off x="1785918" y="2500312"/>
              <a:ext cx="1643074" cy="1044"/>
            </a:xfrm>
            <a:prstGeom prst="line">
              <a:avLst/>
            </a:prstGeom>
            <a:ln w="57150">
              <a:solidFill>
                <a:srgbClr val="00A0E9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65"/>
          <p:cNvGrpSpPr/>
          <p:nvPr/>
        </p:nvGrpSpPr>
        <p:grpSpPr>
          <a:xfrm>
            <a:off x="1785918" y="2928940"/>
            <a:ext cx="2500330" cy="1588"/>
            <a:chOff x="1785918" y="2928940"/>
            <a:chExt cx="2500330" cy="1588"/>
          </a:xfrm>
        </p:grpSpPr>
        <p:cxnSp>
          <p:nvCxnSpPr>
            <p:cNvPr id="28" name="Straight Connector 25"/>
            <p:cNvCxnSpPr/>
            <p:nvPr/>
          </p:nvCxnSpPr>
          <p:spPr>
            <a:xfrm>
              <a:off x="1785918" y="2928940"/>
              <a:ext cx="2500330" cy="1588"/>
            </a:xfrm>
            <a:prstGeom prst="line">
              <a:avLst/>
            </a:prstGeom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6"/>
            <p:cNvCxnSpPr/>
            <p:nvPr/>
          </p:nvCxnSpPr>
          <p:spPr>
            <a:xfrm>
              <a:off x="1785918" y="2928940"/>
              <a:ext cx="2214578" cy="1588"/>
            </a:xfrm>
            <a:prstGeom prst="line">
              <a:avLst/>
            </a:prstGeom>
            <a:ln w="57150">
              <a:solidFill>
                <a:srgbClr val="00A0E9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Oval 15"/>
          <p:cNvSpPr/>
          <p:nvPr/>
        </p:nvSpPr>
        <p:spPr>
          <a:xfrm>
            <a:off x="6085997" y="1428742"/>
            <a:ext cx="1721238" cy="1721238"/>
          </a:xfrm>
          <a:prstGeom prst="ellipse">
            <a:avLst/>
          </a:prstGeom>
          <a:solidFill>
            <a:srgbClr val="B7E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Straight Connector 49"/>
          <p:cNvCxnSpPr/>
          <p:nvPr/>
        </p:nvCxnSpPr>
        <p:spPr>
          <a:xfrm rot="5400000">
            <a:off x="1071538" y="4000510"/>
            <a:ext cx="1143008" cy="15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60"/>
          <p:cNvCxnSpPr/>
          <p:nvPr/>
        </p:nvCxnSpPr>
        <p:spPr>
          <a:xfrm rot="5400000">
            <a:off x="4858546" y="4000510"/>
            <a:ext cx="1143008" cy="158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5944259" y="3722869"/>
            <a:ext cx="2004714" cy="8167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5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5940265" y="3358984"/>
            <a:ext cx="2012702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9"/>
          </p:nvPr>
        </p:nvSpPr>
        <p:spPr>
          <a:xfrm>
            <a:off x="6168995" y="1526964"/>
            <a:ext cx="1555242" cy="1524794"/>
          </a:xfrm>
          <a:prstGeom prst="ellipse">
            <a:avLst/>
          </a:prstGeom>
        </p:spPr>
        <p:txBody>
          <a:bodyPr/>
          <a:lstStyle>
            <a:lvl1pPr>
              <a:defRPr sz="12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6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1818992" y="3722869"/>
            <a:ext cx="3438807" cy="81679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77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1814998" y="3358984"/>
            <a:ext cx="3452509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84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452903" y="3602468"/>
            <a:ext cx="1012618" cy="93719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85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390652" y="1449059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86" name="文本占位符 54"/>
          <p:cNvSpPr>
            <a:spLocks noGrp="1"/>
          </p:cNvSpPr>
          <p:nvPr>
            <p:ph type="body" sz="quarter" idx="34" hasCustomPrompt="1"/>
          </p:nvPr>
        </p:nvSpPr>
        <p:spPr>
          <a:xfrm>
            <a:off x="390652" y="1885677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87" name="文本占位符 54"/>
          <p:cNvSpPr>
            <a:spLocks noGrp="1"/>
          </p:cNvSpPr>
          <p:nvPr>
            <p:ph type="body" sz="quarter" idx="35" hasCustomPrompt="1"/>
          </p:nvPr>
        </p:nvSpPr>
        <p:spPr>
          <a:xfrm>
            <a:off x="391446" y="2330249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88" name="文本占位符 54"/>
          <p:cNvSpPr>
            <a:spLocks noGrp="1"/>
          </p:cNvSpPr>
          <p:nvPr>
            <p:ph type="body" sz="quarter" idx="36" hasCustomPrompt="1"/>
          </p:nvPr>
        </p:nvSpPr>
        <p:spPr>
          <a:xfrm>
            <a:off x="391446" y="2766867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89" name="文本占位符 54"/>
          <p:cNvSpPr>
            <a:spLocks noGrp="1"/>
          </p:cNvSpPr>
          <p:nvPr>
            <p:ph type="body" sz="quarter" idx="37" hasCustomPrompt="1"/>
          </p:nvPr>
        </p:nvSpPr>
        <p:spPr>
          <a:xfrm>
            <a:off x="4417052" y="1435943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90" name="文本占位符 54"/>
          <p:cNvSpPr>
            <a:spLocks noGrp="1"/>
          </p:cNvSpPr>
          <p:nvPr>
            <p:ph type="body" sz="quarter" idx="38" hasCustomPrompt="1"/>
          </p:nvPr>
        </p:nvSpPr>
        <p:spPr>
          <a:xfrm>
            <a:off x="4417052" y="1872561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91" name="文本占位符 54"/>
          <p:cNvSpPr>
            <a:spLocks noGrp="1"/>
          </p:cNvSpPr>
          <p:nvPr>
            <p:ph type="body" sz="quarter" idx="39" hasCustomPrompt="1"/>
          </p:nvPr>
        </p:nvSpPr>
        <p:spPr>
          <a:xfrm>
            <a:off x="4417846" y="2317133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92" name="文本占位符 54"/>
          <p:cNvSpPr>
            <a:spLocks noGrp="1"/>
          </p:cNvSpPr>
          <p:nvPr>
            <p:ph type="body" sz="quarter" idx="40" hasCustomPrompt="1"/>
          </p:nvPr>
        </p:nvSpPr>
        <p:spPr>
          <a:xfrm>
            <a:off x="4417846" y="2753751"/>
            <a:ext cx="1251596" cy="3324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43"/>
          <p:cNvSpPr>
            <a:spLocks noGrp="1"/>
          </p:cNvSpPr>
          <p:nvPr>
            <p:ph type="body" sz="quarter" idx="10" hasCustomPrompt="1"/>
          </p:nvPr>
        </p:nvSpPr>
        <p:spPr>
          <a:xfrm>
            <a:off x="3075150" y="209550"/>
            <a:ext cx="2997048" cy="347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</a:p>
        </p:txBody>
      </p:sp>
      <p:sp>
        <p:nvSpPr>
          <p:cNvPr id="186" name="文本占位符 54"/>
          <p:cNvSpPr>
            <a:spLocks noGrp="1"/>
          </p:cNvSpPr>
          <p:nvPr>
            <p:ph type="body" sz="quarter" idx="26" hasCustomPrompt="1"/>
          </p:nvPr>
        </p:nvSpPr>
        <p:spPr>
          <a:xfrm>
            <a:off x="304560" y="3777769"/>
            <a:ext cx="1524000" cy="6227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87" name="文本占位符 54"/>
          <p:cNvSpPr>
            <a:spLocks noGrp="1"/>
          </p:cNvSpPr>
          <p:nvPr>
            <p:ph type="body" sz="quarter" idx="28" hasCustomPrompt="1"/>
          </p:nvPr>
        </p:nvSpPr>
        <p:spPr>
          <a:xfrm>
            <a:off x="304800" y="3413884"/>
            <a:ext cx="1530073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grpSp>
        <p:nvGrpSpPr>
          <p:cNvPr id="6" name="Group 53"/>
          <p:cNvGrpSpPr/>
          <p:nvPr userDrawn="1"/>
        </p:nvGrpSpPr>
        <p:grpSpPr>
          <a:xfrm>
            <a:off x="3071802" y="242887"/>
            <a:ext cx="3001458" cy="286546"/>
            <a:chOff x="3071802" y="242887"/>
            <a:chExt cx="3001458" cy="286546"/>
          </a:xfrm>
        </p:grpSpPr>
        <p:cxnSp>
          <p:nvCxnSpPr>
            <p:cNvPr id="7" name="Straight Connector 37"/>
            <p:cNvCxnSpPr/>
            <p:nvPr/>
          </p:nvCxnSpPr>
          <p:spPr>
            <a:xfrm rot="5400000">
              <a:off x="2929060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6"/>
            <p:cNvCxnSpPr/>
            <p:nvPr/>
          </p:nvCxnSpPr>
          <p:spPr>
            <a:xfrm rot="5400000">
              <a:off x="5929456" y="385629"/>
              <a:ext cx="286546" cy="1062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占位符 54"/>
          <p:cNvSpPr>
            <a:spLocks noGrp="1"/>
          </p:cNvSpPr>
          <p:nvPr>
            <p:ph type="body" sz="quarter" idx="14" hasCustomPrompt="1"/>
          </p:nvPr>
        </p:nvSpPr>
        <p:spPr>
          <a:xfrm>
            <a:off x="3084402" y="637953"/>
            <a:ext cx="2987796" cy="3335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88" name="文本占位符 54"/>
          <p:cNvSpPr>
            <a:spLocks noGrp="1"/>
          </p:cNvSpPr>
          <p:nvPr>
            <p:ph type="body" sz="quarter" idx="29" hasCustomPrompt="1"/>
          </p:nvPr>
        </p:nvSpPr>
        <p:spPr>
          <a:xfrm>
            <a:off x="2057160" y="3777769"/>
            <a:ext cx="1524000" cy="6227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89" name="文本占位符 54"/>
          <p:cNvSpPr>
            <a:spLocks noGrp="1"/>
          </p:cNvSpPr>
          <p:nvPr>
            <p:ph type="body" sz="quarter" idx="30" hasCustomPrompt="1"/>
          </p:nvPr>
        </p:nvSpPr>
        <p:spPr>
          <a:xfrm>
            <a:off x="2057400" y="3413884"/>
            <a:ext cx="1530073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90" name="文本占位符 54"/>
          <p:cNvSpPr>
            <a:spLocks noGrp="1"/>
          </p:cNvSpPr>
          <p:nvPr>
            <p:ph type="body" sz="quarter" idx="31" hasCustomPrompt="1"/>
          </p:nvPr>
        </p:nvSpPr>
        <p:spPr>
          <a:xfrm>
            <a:off x="3809214" y="3777769"/>
            <a:ext cx="1524000" cy="6227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91" name="文本占位符 54"/>
          <p:cNvSpPr>
            <a:spLocks noGrp="1"/>
          </p:cNvSpPr>
          <p:nvPr>
            <p:ph type="body" sz="quarter" idx="32" hasCustomPrompt="1"/>
          </p:nvPr>
        </p:nvSpPr>
        <p:spPr>
          <a:xfrm>
            <a:off x="3809454" y="3413884"/>
            <a:ext cx="1530073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92" name="文本占位符 54"/>
          <p:cNvSpPr>
            <a:spLocks noGrp="1"/>
          </p:cNvSpPr>
          <p:nvPr>
            <p:ph type="body" sz="quarter" idx="33" hasCustomPrompt="1"/>
          </p:nvPr>
        </p:nvSpPr>
        <p:spPr>
          <a:xfrm>
            <a:off x="5561814" y="3777769"/>
            <a:ext cx="1524000" cy="6227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93" name="文本占位符 54"/>
          <p:cNvSpPr>
            <a:spLocks noGrp="1"/>
          </p:cNvSpPr>
          <p:nvPr>
            <p:ph type="body" sz="quarter" idx="34" hasCustomPrompt="1"/>
          </p:nvPr>
        </p:nvSpPr>
        <p:spPr>
          <a:xfrm>
            <a:off x="5562054" y="3413884"/>
            <a:ext cx="1530073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  <p:sp>
        <p:nvSpPr>
          <p:cNvPr id="194" name="文本占位符 54"/>
          <p:cNvSpPr>
            <a:spLocks noGrp="1"/>
          </p:cNvSpPr>
          <p:nvPr>
            <p:ph type="body" sz="quarter" idx="35" hasCustomPrompt="1"/>
          </p:nvPr>
        </p:nvSpPr>
        <p:spPr>
          <a:xfrm>
            <a:off x="7307861" y="3777769"/>
            <a:ext cx="1524000" cy="6227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100" b="0" i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正文二级内容</a:t>
            </a:r>
          </a:p>
        </p:txBody>
      </p:sp>
      <p:sp>
        <p:nvSpPr>
          <p:cNvPr id="195" name="文本占位符 54"/>
          <p:cNvSpPr>
            <a:spLocks noGrp="1"/>
          </p:cNvSpPr>
          <p:nvPr>
            <p:ph type="body" sz="quarter" idx="36" hasCustomPrompt="1"/>
          </p:nvPr>
        </p:nvSpPr>
        <p:spPr>
          <a:xfrm>
            <a:off x="7308101" y="3413884"/>
            <a:ext cx="1530073" cy="381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1600" b="0" i="0">
                <a:solidFill>
                  <a:srgbClr val="00A0E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765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hyperlink" Target="http://nvwa.hikvision.com.cn/pages/viewpage.action?pageId=694095259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62200" y="1962150"/>
            <a:ext cx="7162800" cy="696595"/>
          </a:xfrm>
        </p:spPr>
        <p:txBody>
          <a:bodyPr/>
          <a:lstStyle/>
          <a:p>
            <a:r>
              <a:rPr lang="zh-CN" altLang="en-US" b="1" dirty="0" smtClean="0"/>
              <a:t>小程序打包优化分享</a:t>
            </a:r>
            <a:endParaRPr lang="zh-CN" altLang="en-US" b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505200" y="3638550"/>
            <a:ext cx="1243965" cy="603885"/>
          </a:xfrm>
        </p:spPr>
        <p:txBody>
          <a:bodyPr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</a:rPr>
              <a:t>前端开发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2590484" y="4476750"/>
            <a:ext cx="4093843" cy="457200"/>
          </a:xfrm>
        </p:spPr>
        <p:txBody>
          <a:bodyPr/>
          <a:lstStyle/>
          <a:p>
            <a:r>
              <a:rPr lang="en-US" altLang="zh-CN" sz="1600" dirty="0" smtClean="0">
                <a:solidFill>
                  <a:schemeClr val="bg1">
                    <a:lumMod val="50000"/>
                  </a:schemeClr>
                </a:solidFill>
              </a:rPr>
              <a:t>2025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</a:rPr>
              <a:t>年</a:t>
            </a:r>
            <a:r>
              <a:rPr lang="en-US" altLang="zh-CN" sz="1600" dirty="0"/>
              <a:t>3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zh-CN" sz="1600" dirty="0" smtClean="0"/>
              <a:t>31</a:t>
            </a:r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</a:rPr>
              <a:t>日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3375344" y="3638757"/>
            <a:ext cx="4093843" cy="457200"/>
          </a:xfrm>
        </p:spPr>
        <p:txBody>
          <a:bodyPr/>
          <a:lstStyle/>
          <a:p>
            <a:r>
              <a:rPr lang="zh-CN" altLang="en-US" sz="1600" dirty="0" smtClean="0"/>
              <a:t>王俊然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4114800" y="1809750"/>
            <a:ext cx="1155824" cy="1155824"/>
            <a:chOff x="1521937" y="1579730"/>
            <a:chExt cx="1155824" cy="1155824"/>
          </a:xfrm>
        </p:grpSpPr>
        <p:sp>
          <p:nvSpPr>
            <p:cNvPr id="27" name="Oval 64"/>
            <p:cNvSpPr/>
            <p:nvPr/>
          </p:nvSpPr>
          <p:spPr>
            <a:xfrm>
              <a:off x="1521937" y="1579730"/>
              <a:ext cx="1155824" cy="1155824"/>
            </a:xfrm>
            <a:prstGeom prst="ellipse">
              <a:avLst/>
            </a:prstGeom>
            <a:solidFill>
              <a:schemeClr val="bg1"/>
            </a:solidFill>
            <a:ln w="3175">
              <a:solidFill>
                <a:srgbClr val="1A76DC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49"/>
            <p:cNvSpPr/>
            <p:nvPr/>
          </p:nvSpPr>
          <p:spPr>
            <a:xfrm>
              <a:off x="1600200" y="1650481"/>
              <a:ext cx="1014322" cy="1014322"/>
            </a:xfrm>
            <a:prstGeom prst="ellipse">
              <a:avLst/>
            </a:prstGeom>
            <a:solidFill>
              <a:srgbClr val="1A76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占位符 5"/>
          <p:cNvSpPr>
            <a:spLocks noGrp="1"/>
          </p:cNvSpPr>
          <p:nvPr>
            <p:ph type="body" sz="quarter" idx="28"/>
          </p:nvPr>
        </p:nvSpPr>
        <p:spPr>
          <a:xfrm>
            <a:off x="3698165" y="3237043"/>
            <a:ext cx="1989094" cy="442118"/>
          </a:xfrm>
        </p:spPr>
        <p:txBody>
          <a:bodyPr/>
          <a:lstStyle/>
          <a:p>
            <a:r>
              <a:rPr lang="zh-CN" altLang="en-US" dirty="0" smtClean="0"/>
              <a:t>平滑过渡方案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9"/>
          </p:nvPr>
        </p:nvSpPr>
        <p:spPr>
          <a:xfrm>
            <a:off x="3528994" y="209550"/>
            <a:ext cx="1989094" cy="442118"/>
          </a:xfrm>
        </p:spPr>
        <p:txBody>
          <a:bodyPr/>
          <a:lstStyle/>
          <a:p>
            <a:r>
              <a:rPr lang="zh-CN" altLang="en-US" sz="2800" b="1" dirty="0" smtClean="0"/>
              <a:t>目 录</a:t>
            </a:r>
            <a:endParaRPr lang="zh-CN" altLang="en-US" sz="2800" b="1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32"/>
          </p:nvPr>
        </p:nvSpPr>
        <p:spPr>
          <a:xfrm>
            <a:off x="5756519" y="3237043"/>
            <a:ext cx="1329335" cy="442118"/>
          </a:xfrm>
        </p:spPr>
        <p:txBody>
          <a:bodyPr/>
          <a:lstStyle/>
          <a:p>
            <a:r>
              <a:rPr lang="zh-CN" altLang="en-US" dirty="0" smtClean="0">
                <a:solidFill>
                  <a:srgbClr val="599ED5"/>
                </a:solidFill>
              </a:rPr>
              <a:t>阶段性计划</a:t>
            </a:r>
            <a:endParaRPr lang="zh-CN" altLang="en-US" dirty="0" smtClean="0">
              <a:solidFill>
                <a:srgbClr val="599ED5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869220" y="1809750"/>
            <a:ext cx="1155824" cy="1155824"/>
            <a:chOff x="4784109" y="1580708"/>
            <a:chExt cx="1155824" cy="1155824"/>
          </a:xfrm>
        </p:grpSpPr>
        <p:grpSp>
          <p:nvGrpSpPr>
            <p:cNvPr id="32" name="组合 31"/>
            <p:cNvGrpSpPr/>
            <p:nvPr/>
          </p:nvGrpSpPr>
          <p:grpSpPr>
            <a:xfrm>
              <a:off x="4784109" y="1580708"/>
              <a:ext cx="1155824" cy="1155824"/>
              <a:chOff x="4027852" y="1581686"/>
              <a:chExt cx="1155824" cy="1155824"/>
            </a:xfrm>
          </p:grpSpPr>
          <p:sp>
            <p:nvSpPr>
              <p:cNvPr id="29" name="Oval 65"/>
              <p:cNvSpPr/>
              <p:nvPr/>
            </p:nvSpPr>
            <p:spPr>
              <a:xfrm>
                <a:off x="4027852" y="1581686"/>
                <a:ext cx="1155824" cy="1155824"/>
              </a:xfrm>
              <a:prstGeom prst="ellipse">
                <a:avLst/>
              </a:prstGeom>
              <a:solidFill>
                <a:schemeClr val="bg1"/>
              </a:solidFill>
              <a:ln w="3175">
                <a:solidFill>
                  <a:srgbClr val="00A0E9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Oval 51"/>
              <p:cNvSpPr/>
              <p:nvPr/>
            </p:nvSpPr>
            <p:spPr>
              <a:xfrm>
                <a:off x="4106115" y="1652437"/>
                <a:ext cx="1014322" cy="1014322"/>
              </a:xfrm>
              <a:prstGeom prst="ellipse">
                <a:avLst/>
              </a:prstGeom>
              <a:solidFill>
                <a:srgbClr val="00A0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Freeform 23"/>
            <p:cNvSpPr>
              <a:spLocks noEditPoints="1"/>
            </p:cNvSpPr>
            <p:nvPr/>
          </p:nvSpPr>
          <p:spPr bwMode="auto">
            <a:xfrm>
              <a:off x="5131289" y="1988758"/>
              <a:ext cx="409575" cy="339725"/>
            </a:xfrm>
            <a:custGeom>
              <a:avLst/>
              <a:gdLst/>
              <a:ahLst/>
              <a:cxnLst>
                <a:cxn ang="0">
                  <a:pos x="312" y="110"/>
                </a:cxn>
                <a:cxn ang="0">
                  <a:pos x="323" y="138"/>
                </a:cxn>
                <a:cxn ang="0">
                  <a:pos x="350" y="127"/>
                </a:cxn>
                <a:cxn ang="0">
                  <a:pos x="339" y="100"/>
                </a:cxn>
                <a:cxn ang="0">
                  <a:pos x="25" y="100"/>
                </a:cxn>
                <a:cxn ang="0">
                  <a:pos x="15" y="127"/>
                </a:cxn>
                <a:cxn ang="0">
                  <a:pos x="42" y="138"/>
                </a:cxn>
                <a:cxn ang="0">
                  <a:pos x="53" y="110"/>
                </a:cxn>
                <a:cxn ang="0">
                  <a:pos x="270" y="60"/>
                </a:cxn>
                <a:cxn ang="0">
                  <a:pos x="248" y="69"/>
                </a:cxn>
                <a:cxn ang="0">
                  <a:pos x="239" y="91"/>
                </a:cxn>
                <a:cxn ang="0">
                  <a:pos x="252" y="116"/>
                </a:cxn>
                <a:cxn ang="0">
                  <a:pos x="276" y="121"/>
                </a:cxn>
                <a:cxn ang="0">
                  <a:pos x="297" y="103"/>
                </a:cxn>
                <a:cxn ang="0">
                  <a:pos x="297" y="80"/>
                </a:cxn>
                <a:cxn ang="0">
                  <a:pos x="276" y="62"/>
                </a:cxn>
                <a:cxn ang="0">
                  <a:pos x="330" y="183"/>
                </a:cxn>
                <a:cxn ang="0">
                  <a:pos x="321" y="152"/>
                </a:cxn>
                <a:cxn ang="0">
                  <a:pos x="350" y="158"/>
                </a:cxn>
                <a:cxn ang="0">
                  <a:pos x="364" y="185"/>
                </a:cxn>
                <a:cxn ang="0">
                  <a:pos x="83" y="63"/>
                </a:cxn>
                <a:cxn ang="0">
                  <a:pos x="65" y="85"/>
                </a:cxn>
                <a:cxn ang="0">
                  <a:pos x="71" y="109"/>
                </a:cxn>
                <a:cxn ang="0">
                  <a:pos x="96" y="121"/>
                </a:cxn>
                <a:cxn ang="0">
                  <a:pos x="118" y="112"/>
                </a:cxn>
                <a:cxn ang="0">
                  <a:pos x="127" y="91"/>
                </a:cxn>
                <a:cxn ang="0">
                  <a:pos x="112" y="65"/>
                </a:cxn>
                <a:cxn ang="0">
                  <a:pos x="35" y="150"/>
                </a:cxn>
                <a:cxn ang="0">
                  <a:pos x="36" y="176"/>
                </a:cxn>
                <a:cxn ang="0">
                  <a:pos x="0" y="185"/>
                </a:cxn>
                <a:cxn ang="0">
                  <a:pos x="15" y="158"/>
                </a:cxn>
                <a:cxn ang="0">
                  <a:pos x="183" y="0"/>
                </a:cxn>
                <a:cxn ang="0">
                  <a:pos x="151" y="13"/>
                </a:cxn>
                <a:cxn ang="0">
                  <a:pos x="138" y="45"/>
                </a:cxn>
                <a:cxn ang="0">
                  <a:pos x="158" y="81"/>
                </a:cxn>
                <a:cxn ang="0">
                  <a:pos x="192" y="89"/>
                </a:cxn>
                <a:cxn ang="0">
                  <a:pos x="225" y="62"/>
                </a:cxn>
                <a:cxn ang="0">
                  <a:pos x="225" y="27"/>
                </a:cxn>
                <a:cxn ang="0">
                  <a:pos x="192" y="0"/>
                </a:cxn>
                <a:cxn ang="0">
                  <a:pos x="265" y="174"/>
                </a:cxn>
                <a:cxn ang="0">
                  <a:pos x="256" y="136"/>
                </a:cxn>
                <a:cxn ang="0">
                  <a:pos x="279" y="136"/>
                </a:cxn>
                <a:cxn ang="0">
                  <a:pos x="316" y="165"/>
                </a:cxn>
                <a:cxn ang="0">
                  <a:pos x="100" y="272"/>
                </a:cxn>
                <a:cxn ang="0">
                  <a:pos x="51" y="165"/>
                </a:cxn>
                <a:cxn ang="0">
                  <a:pos x="85" y="136"/>
                </a:cxn>
                <a:cxn ang="0">
                  <a:pos x="109" y="136"/>
                </a:cxn>
                <a:cxn ang="0">
                  <a:pos x="100" y="174"/>
                </a:cxn>
                <a:cxn ang="0">
                  <a:pos x="252" y="159"/>
                </a:cxn>
                <a:cxn ang="0">
                  <a:pos x="210" y="109"/>
                </a:cxn>
                <a:cxn ang="0">
                  <a:pos x="154" y="109"/>
                </a:cxn>
                <a:cxn ang="0">
                  <a:pos x="112" y="159"/>
                </a:cxn>
              </a:cxnLst>
              <a:rect l="0" t="0" r="r" b="b"/>
              <a:pathLst>
                <a:path w="364" h="301">
                  <a:moveTo>
                    <a:pt x="332" y="98"/>
                  </a:moveTo>
                  <a:lnTo>
                    <a:pt x="332" y="98"/>
                  </a:lnTo>
                  <a:lnTo>
                    <a:pt x="323" y="100"/>
                  </a:lnTo>
                  <a:lnTo>
                    <a:pt x="317" y="105"/>
                  </a:lnTo>
                  <a:lnTo>
                    <a:pt x="312" y="110"/>
                  </a:lnTo>
                  <a:lnTo>
                    <a:pt x="310" y="120"/>
                  </a:lnTo>
                  <a:lnTo>
                    <a:pt x="310" y="120"/>
                  </a:lnTo>
                  <a:lnTo>
                    <a:pt x="312" y="127"/>
                  </a:lnTo>
                  <a:lnTo>
                    <a:pt x="317" y="134"/>
                  </a:lnTo>
                  <a:lnTo>
                    <a:pt x="323" y="138"/>
                  </a:lnTo>
                  <a:lnTo>
                    <a:pt x="332" y="139"/>
                  </a:lnTo>
                  <a:lnTo>
                    <a:pt x="332" y="139"/>
                  </a:lnTo>
                  <a:lnTo>
                    <a:pt x="339" y="138"/>
                  </a:lnTo>
                  <a:lnTo>
                    <a:pt x="346" y="134"/>
                  </a:lnTo>
                  <a:lnTo>
                    <a:pt x="350" y="127"/>
                  </a:lnTo>
                  <a:lnTo>
                    <a:pt x="352" y="120"/>
                  </a:lnTo>
                  <a:lnTo>
                    <a:pt x="352" y="120"/>
                  </a:lnTo>
                  <a:lnTo>
                    <a:pt x="350" y="110"/>
                  </a:lnTo>
                  <a:lnTo>
                    <a:pt x="346" y="105"/>
                  </a:lnTo>
                  <a:lnTo>
                    <a:pt x="339" y="100"/>
                  </a:lnTo>
                  <a:lnTo>
                    <a:pt x="332" y="98"/>
                  </a:lnTo>
                  <a:lnTo>
                    <a:pt x="332" y="98"/>
                  </a:lnTo>
                  <a:close/>
                  <a:moveTo>
                    <a:pt x="35" y="98"/>
                  </a:moveTo>
                  <a:lnTo>
                    <a:pt x="35" y="98"/>
                  </a:lnTo>
                  <a:lnTo>
                    <a:pt x="25" y="100"/>
                  </a:lnTo>
                  <a:lnTo>
                    <a:pt x="20" y="105"/>
                  </a:lnTo>
                  <a:lnTo>
                    <a:pt x="15" y="110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5" y="127"/>
                  </a:lnTo>
                  <a:lnTo>
                    <a:pt x="20" y="134"/>
                  </a:lnTo>
                  <a:lnTo>
                    <a:pt x="25" y="138"/>
                  </a:lnTo>
                  <a:lnTo>
                    <a:pt x="35" y="139"/>
                  </a:lnTo>
                  <a:lnTo>
                    <a:pt x="35" y="139"/>
                  </a:lnTo>
                  <a:lnTo>
                    <a:pt x="42" y="138"/>
                  </a:lnTo>
                  <a:lnTo>
                    <a:pt x="49" y="134"/>
                  </a:lnTo>
                  <a:lnTo>
                    <a:pt x="53" y="127"/>
                  </a:lnTo>
                  <a:lnTo>
                    <a:pt x="54" y="120"/>
                  </a:lnTo>
                  <a:lnTo>
                    <a:pt x="54" y="120"/>
                  </a:lnTo>
                  <a:lnTo>
                    <a:pt x="53" y="110"/>
                  </a:lnTo>
                  <a:lnTo>
                    <a:pt x="49" y="105"/>
                  </a:lnTo>
                  <a:lnTo>
                    <a:pt x="42" y="100"/>
                  </a:lnTo>
                  <a:lnTo>
                    <a:pt x="35" y="98"/>
                  </a:lnTo>
                  <a:lnTo>
                    <a:pt x="35" y="98"/>
                  </a:lnTo>
                  <a:close/>
                  <a:moveTo>
                    <a:pt x="270" y="60"/>
                  </a:moveTo>
                  <a:lnTo>
                    <a:pt x="270" y="60"/>
                  </a:lnTo>
                  <a:lnTo>
                    <a:pt x="263" y="62"/>
                  </a:lnTo>
                  <a:lnTo>
                    <a:pt x="258" y="63"/>
                  </a:lnTo>
                  <a:lnTo>
                    <a:pt x="252" y="65"/>
                  </a:lnTo>
                  <a:lnTo>
                    <a:pt x="248" y="69"/>
                  </a:lnTo>
                  <a:lnTo>
                    <a:pt x="245" y="74"/>
                  </a:lnTo>
                  <a:lnTo>
                    <a:pt x="241" y="80"/>
                  </a:lnTo>
                  <a:lnTo>
                    <a:pt x="239" y="8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98"/>
                  </a:lnTo>
                  <a:lnTo>
                    <a:pt x="241" y="103"/>
                  </a:lnTo>
                  <a:lnTo>
                    <a:pt x="245" y="109"/>
                  </a:lnTo>
                  <a:lnTo>
                    <a:pt x="248" y="112"/>
                  </a:lnTo>
                  <a:lnTo>
                    <a:pt x="252" y="116"/>
                  </a:lnTo>
                  <a:lnTo>
                    <a:pt x="258" y="120"/>
                  </a:lnTo>
                  <a:lnTo>
                    <a:pt x="263" y="121"/>
                  </a:lnTo>
                  <a:lnTo>
                    <a:pt x="270" y="121"/>
                  </a:lnTo>
                  <a:lnTo>
                    <a:pt x="270" y="121"/>
                  </a:lnTo>
                  <a:lnTo>
                    <a:pt x="276" y="121"/>
                  </a:lnTo>
                  <a:lnTo>
                    <a:pt x="281" y="120"/>
                  </a:lnTo>
                  <a:lnTo>
                    <a:pt x="287" y="116"/>
                  </a:lnTo>
                  <a:lnTo>
                    <a:pt x="292" y="112"/>
                  </a:lnTo>
                  <a:lnTo>
                    <a:pt x="296" y="109"/>
                  </a:lnTo>
                  <a:lnTo>
                    <a:pt x="297" y="103"/>
                  </a:lnTo>
                  <a:lnTo>
                    <a:pt x="299" y="98"/>
                  </a:lnTo>
                  <a:lnTo>
                    <a:pt x="301" y="91"/>
                  </a:lnTo>
                  <a:lnTo>
                    <a:pt x="301" y="91"/>
                  </a:lnTo>
                  <a:lnTo>
                    <a:pt x="299" y="85"/>
                  </a:lnTo>
                  <a:lnTo>
                    <a:pt x="297" y="80"/>
                  </a:lnTo>
                  <a:lnTo>
                    <a:pt x="296" y="74"/>
                  </a:lnTo>
                  <a:lnTo>
                    <a:pt x="292" y="69"/>
                  </a:lnTo>
                  <a:lnTo>
                    <a:pt x="287" y="65"/>
                  </a:lnTo>
                  <a:lnTo>
                    <a:pt x="281" y="63"/>
                  </a:lnTo>
                  <a:lnTo>
                    <a:pt x="276" y="62"/>
                  </a:lnTo>
                  <a:lnTo>
                    <a:pt x="270" y="60"/>
                  </a:lnTo>
                  <a:lnTo>
                    <a:pt x="270" y="60"/>
                  </a:lnTo>
                  <a:close/>
                  <a:moveTo>
                    <a:pt x="364" y="248"/>
                  </a:moveTo>
                  <a:lnTo>
                    <a:pt x="330" y="248"/>
                  </a:lnTo>
                  <a:lnTo>
                    <a:pt x="330" y="183"/>
                  </a:lnTo>
                  <a:lnTo>
                    <a:pt x="330" y="183"/>
                  </a:lnTo>
                  <a:lnTo>
                    <a:pt x="330" y="176"/>
                  </a:lnTo>
                  <a:lnTo>
                    <a:pt x="328" y="167"/>
                  </a:lnTo>
                  <a:lnTo>
                    <a:pt x="321" y="152"/>
                  </a:lnTo>
                  <a:lnTo>
                    <a:pt x="321" y="152"/>
                  </a:lnTo>
                  <a:lnTo>
                    <a:pt x="332" y="150"/>
                  </a:lnTo>
                  <a:lnTo>
                    <a:pt x="332" y="150"/>
                  </a:lnTo>
                  <a:lnTo>
                    <a:pt x="337" y="152"/>
                  </a:lnTo>
                  <a:lnTo>
                    <a:pt x="345" y="154"/>
                  </a:lnTo>
                  <a:lnTo>
                    <a:pt x="350" y="158"/>
                  </a:lnTo>
                  <a:lnTo>
                    <a:pt x="355" y="161"/>
                  </a:lnTo>
                  <a:lnTo>
                    <a:pt x="359" y="167"/>
                  </a:lnTo>
                  <a:lnTo>
                    <a:pt x="363" y="172"/>
                  </a:lnTo>
                  <a:lnTo>
                    <a:pt x="364" y="178"/>
                  </a:lnTo>
                  <a:lnTo>
                    <a:pt x="364" y="185"/>
                  </a:lnTo>
                  <a:lnTo>
                    <a:pt x="364" y="248"/>
                  </a:lnTo>
                  <a:close/>
                  <a:moveTo>
                    <a:pt x="96" y="60"/>
                  </a:moveTo>
                  <a:lnTo>
                    <a:pt x="96" y="60"/>
                  </a:lnTo>
                  <a:lnTo>
                    <a:pt x="89" y="62"/>
                  </a:lnTo>
                  <a:lnTo>
                    <a:pt x="83" y="63"/>
                  </a:lnTo>
                  <a:lnTo>
                    <a:pt x="78" y="65"/>
                  </a:lnTo>
                  <a:lnTo>
                    <a:pt x="74" y="69"/>
                  </a:lnTo>
                  <a:lnTo>
                    <a:pt x="71" y="74"/>
                  </a:lnTo>
                  <a:lnTo>
                    <a:pt x="67" y="80"/>
                  </a:lnTo>
                  <a:lnTo>
                    <a:pt x="65" y="85"/>
                  </a:lnTo>
                  <a:lnTo>
                    <a:pt x="65" y="91"/>
                  </a:lnTo>
                  <a:lnTo>
                    <a:pt x="65" y="91"/>
                  </a:lnTo>
                  <a:lnTo>
                    <a:pt x="65" y="98"/>
                  </a:lnTo>
                  <a:lnTo>
                    <a:pt x="67" y="103"/>
                  </a:lnTo>
                  <a:lnTo>
                    <a:pt x="71" y="109"/>
                  </a:lnTo>
                  <a:lnTo>
                    <a:pt x="74" y="112"/>
                  </a:lnTo>
                  <a:lnTo>
                    <a:pt x="78" y="116"/>
                  </a:lnTo>
                  <a:lnTo>
                    <a:pt x="83" y="120"/>
                  </a:lnTo>
                  <a:lnTo>
                    <a:pt x="89" y="121"/>
                  </a:lnTo>
                  <a:lnTo>
                    <a:pt x="96" y="121"/>
                  </a:lnTo>
                  <a:lnTo>
                    <a:pt x="96" y="121"/>
                  </a:lnTo>
                  <a:lnTo>
                    <a:pt x="102" y="121"/>
                  </a:lnTo>
                  <a:lnTo>
                    <a:pt x="107" y="120"/>
                  </a:lnTo>
                  <a:lnTo>
                    <a:pt x="112" y="116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3"/>
                  </a:lnTo>
                  <a:lnTo>
                    <a:pt x="125" y="98"/>
                  </a:lnTo>
                  <a:lnTo>
                    <a:pt x="127" y="91"/>
                  </a:lnTo>
                  <a:lnTo>
                    <a:pt x="127" y="91"/>
                  </a:lnTo>
                  <a:lnTo>
                    <a:pt x="125" y="85"/>
                  </a:lnTo>
                  <a:lnTo>
                    <a:pt x="123" y="80"/>
                  </a:lnTo>
                  <a:lnTo>
                    <a:pt x="122" y="74"/>
                  </a:lnTo>
                  <a:lnTo>
                    <a:pt x="118" y="69"/>
                  </a:lnTo>
                  <a:lnTo>
                    <a:pt x="112" y="65"/>
                  </a:lnTo>
                  <a:lnTo>
                    <a:pt x="107" y="63"/>
                  </a:lnTo>
                  <a:lnTo>
                    <a:pt x="102" y="62"/>
                  </a:lnTo>
                  <a:lnTo>
                    <a:pt x="96" y="60"/>
                  </a:lnTo>
                  <a:lnTo>
                    <a:pt x="96" y="60"/>
                  </a:lnTo>
                  <a:close/>
                  <a:moveTo>
                    <a:pt x="35" y="150"/>
                  </a:moveTo>
                  <a:lnTo>
                    <a:pt x="35" y="150"/>
                  </a:lnTo>
                  <a:lnTo>
                    <a:pt x="44" y="152"/>
                  </a:lnTo>
                  <a:lnTo>
                    <a:pt x="44" y="152"/>
                  </a:lnTo>
                  <a:lnTo>
                    <a:pt x="38" y="167"/>
                  </a:lnTo>
                  <a:lnTo>
                    <a:pt x="36" y="176"/>
                  </a:lnTo>
                  <a:lnTo>
                    <a:pt x="35" y="183"/>
                  </a:lnTo>
                  <a:lnTo>
                    <a:pt x="35" y="248"/>
                  </a:lnTo>
                  <a:lnTo>
                    <a:pt x="0" y="248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78"/>
                  </a:lnTo>
                  <a:lnTo>
                    <a:pt x="2" y="172"/>
                  </a:lnTo>
                  <a:lnTo>
                    <a:pt x="6" y="167"/>
                  </a:lnTo>
                  <a:lnTo>
                    <a:pt x="9" y="161"/>
                  </a:lnTo>
                  <a:lnTo>
                    <a:pt x="15" y="158"/>
                  </a:lnTo>
                  <a:lnTo>
                    <a:pt x="20" y="154"/>
                  </a:lnTo>
                  <a:lnTo>
                    <a:pt x="27" y="152"/>
                  </a:lnTo>
                  <a:lnTo>
                    <a:pt x="35" y="150"/>
                  </a:lnTo>
                  <a:lnTo>
                    <a:pt x="35" y="150"/>
                  </a:lnTo>
                  <a:close/>
                  <a:moveTo>
                    <a:pt x="183" y="0"/>
                  </a:moveTo>
                  <a:lnTo>
                    <a:pt x="183" y="0"/>
                  </a:lnTo>
                  <a:lnTo>
                    <a:pt x="174" y="0"/>
                  </a:lnTo>
                  <a:lnTo>
                    <a:pt x="165" y="4"/>
                  </a:lnTo>
                  <a:lnTo>
                    <a:pt x="158" y="7"/>
                  </a:lnTo>
                  <a:lnTo>
                    <a:pt x="151" y="13"/>
                  </a:lnTo>
                  <a:lnTo>
                    <a:pt x="145" y="20"/>
                  </a:lnTo>
                  <a:lnTo>
                    <a:pt x="141" y="27"/>
                  </a:lnTo>
                  <a:lnTo>
                    <a:pt x="138" y="36"/>
                  </a:lnTo>
                  <a:lnTo>
                    <a:pt x="138" y="45"/>
                  </a:lnTo>
                  <a:lnTo>
                    <a:pt x="138" y="45"/>
                  </a:lnTo>
                  <a:lnTo>
                    <a:pt x="138" y="54"/>
                  </a:lnTo>
                  <a:lnTo>
                    <a:pt x="141" y="62"/>
                  </a:lnTo>
                  <a:lnTo>
                    <a:pt x="145" y="71"/>
                  </a:lnTo>
                  <a:lnTo>
                    <a:pt x="151" y="76"/>
                  </a:lnTo>
                  <a:lnTo>
                    <a:pt x="158" y="81"/>
                  </a:lnTo>
                  <a:lnTo>
                    <a:pt x="165" y="87"/>
                  </a:lnTo>
                  <a:lnTo>
                    <a:pt x="174" y="89"/>
                  </a:lnTo>
                  <a:lnTo>
                    <a:pt x="183" y="91"/>
                  </a:lnTo>
                  <a:lnTo>
                    <a:pt x="183" y="91"/>
                  </a:lnTo>
                  <a:lnTo>
                    <a:pt x="192" y="89"/>
                  </a:lnTo>
                  <a:lnTo>
                    <a:pt x="200" y="87"/>
                  </a:lnTo>
                  <a:lnTo>
                    <a:pt x="209" y="81"/>
                  </a:lnTo>
                  <a:lnTo>
                    <a:pt x="214" y="76"/>
                  </a:lnTo>
                  <a:lnTo>
                    <a:pt x="219" y="71"/>
                  </a:lnTo>
                  <a:lnTo>
                    <a:pt x="225" y="62"/>
                  </a:lnTo>
                  <a:lnTo>
                    <a:pt x="227" y="54"/>
                  </a:lnTo>
                  <a:lnTo>
                    <a:pt x="229" y="45"/>
                  </a:lnTo>
                  <a:lnTo>
                    <a:pt x="229" y="45"/>
                  </a:lnTo>
                  <a:lnTo>
                    <a:pt x="227" y="36"/>
                  </a:lnTo>
                  <a:lnTo>
                    <a:pt x="225" y="27"/>
                  </a:lnTo>
                  <a:lnTo>
                    <a:pt x="219" y="20"/>
                  </a:lnTo>
                  <a:lnTo>
                    <a:pt x="214" y="13"/>
                  </a:lnTo>
                  <a:lnTo>
                    <a:pt x="209" y="7"/>
                  </a:lnTo>
                  <a:lnTo>
                    <a:pt x="200" y="4"/>
                  </a:lnTo>
                  <a:lnTo>
                    <a:pt x="192" y="0"/>
                  </a:lnTo>
                  <a:lnTo>
                    <a:pt x="183" y="0"/>
                  </a:lnTo>
                  <a:lnTo>
                    <a:pt x="183" y="0"/>
                  </a:lnTo>
                  <a:close/>
                  <a:moveTo>
                    <a:pt x="319" y="272"/>
                  </a:moveTo>
                  <a:lnTo>
                    <a:pt x="265" y="272"/>
                  </a:lnTo>
                  <a:lnTo>
                    <a:pt x="265" y="174"/>
                  </a:lnTo>
                  <a:lnTo>
                    <a:pt x="265" y="174"/>
                  </a:lnTo>
                  <a:lnTo>
                    <a:pt x="265" y="163"/>
                  </a:lnTo>
                  <a:lnTo>
                    <a:pt x="263" y="154"/>
                  </a:lnTo>
                  <a:lnTo>
                    <a:pt x="259" y="145"/>
                  </a:lnTo>
                  <a:lnTo>
                    <a:pt x="256" y="136"/>
                  </a:lnTo>
                  <a:lnTo>
                    <a:pt x="256" y="136"/>
                  </a:lnTo>
                  <a:lnTo>
                    <a:pt x="263" y="134"/>
                  </a:lnTo>
                  <a:lnTo>
                    <a:pt x="270" y="134"/>
                  </a:lnTo>
                  <a:lnTo>
                    <a:pt x="270" y="134"/>
                  </a:lnTo>
                  <a:lnTo>
                    <a:pt x="279" y="136"/>
                  </a:lnTo>
                  <a:lnTo>
                    <a:pt x="288" y="138"/>
                  </a:lnTo>
                  <a:lnTo>
                    <a:pt x="297" y="143"/>
                  </a:lnTo>
                  <a:lnTo>
                    <a:pt x="305" y="149"/>
                  </a:lnTo>
                  <a:lnTo>
                    <a:pt x="310" y="156"/>
                  </a:lnTo>
                  <a:lnTo>
                    <a:pt x="316" y="165"/>
                  </a:lnTo>
                  <a:lnTo>
                    <a:pt x="317" y="174"/>
                  </a:lnTo>
                  <a:lnTo>
                    <a:pt x="319" y="183"/>
                  </a:lnTo>
                  <a:lnTo>
                    <a:pt x="319" y="272"/>
                  </a:lnTo>
                  <a:close/>
                  <a:moveTo>
                    <a:pt x="100" y="174"/>
                  </a:moveTo>
                  <a:lnTo>
                    <a:pt x="100" y="272"/>
                  </a:lnTo>
                  <a:lnTo>
                    <a:pt x="45" y="272"/>
                  </a:lnTo>
                  <a:lnTo>
                    <a:pt x="45" y="183"/>
                  </a:lnTo>
                  <a:lnTo>
                    <a:pt x="45" y="183"/>
                  </a:lnTo>
                  <a:lnTo>
                    <a:pt x="47" y="174"/>
                  </a:lnTo>
                  <a:lnTo>
                    <a:pt x="51" y="165"/>
                  </a:lnTo>
                  <a:lnTo>
                    <a:pt x="54" y="156"/>
                  </a:lnTo>
                  <a:lnTo>
                    <a:pt x="60" y="149"/>
                  </a:lnTo>
                  <a:lnTo>
                    <a:pt x="67" y="143"/>
                  </a:lnTo>
                  <a:lnTo>
                    <a:pt x="76" y="138"/>
                  </a:lnTo>
                  <a:lnTo>
                    <a:pt x="85" y="136"/>
                  </a:lnTo>
                  <a:lnTo>
                    <a:pt x="96" y="134"/>
                  </a:lnTo>
                  <a:lnTo>
                    <a:pt x="96" y="134"/>
                  </a:lnTo>
                  <a:lnTo>
                    <a:pt x="103" y="134"/>
                  </a:lnTo>
                  <a:lnTo>
                    <a:pt x="109" y="136"/>
                  </a:lnTo>
                  <a:lnTo>
                    <a:pt x="109" y="136"/>
                  </a:lnTo>
                  <a:lnTo>
                    <a:pt x="105" y="145"/>
                  </a:lnTo>
                  <a:lnTo>
                    <a:pt x="102" y="154"/>
                  </a:lnTo>
                  <a:lnTo>
                    <a:pt x="100" y="163"/>
                  </a:lnTo>
                  <a:lnTo>
                    <a:pt x="100" y="174"/>
                  </a:lnTo>
                  <a:lnTo>
                    <a:pt x="100" y="174"/>
                  </a:lnTo>
                  <a:close/>
                  <a:moveTo>
                    <a:pt x="111" y="301"/>
                  </a:moveTo>
                  <a:lnTo>
                    <a:pt x="254" y="301"/>
                  </a:lnTo>
                  <a:lnTo>
                    <a:pt x="254" y="174"/>
                  </a:lnTo>
                  <a:lnTo>
                    <a:pt x="254" y="174"/>
                  </a:lnTo>
                  <a:lnTo>
                    <a:pt x="252" y="159"/>
                  </a:lnTo>
                  <a:lnTo>
                    <a:pt x="248" y="145"/>
                  </a:lnTo>
                  <a:lnTo>
                    <a:pt x="241" y="134"/>
                  </a:lnTo>
                  <a:lnTo>
                    <a:pt x="232" y="123"/>
                  </a:lnTo>
                  <a:lnTo>
                    <a:pt x="223" y="114"/>
                  </a:lnTo>
                  <a:lnTo>
                    <a:pt x="210" y="109"/>
                  </a:lnTo>
                  <a:lnTo>
                    <a:pt x="198" y="103"/>
                  </a:lnTo>
                  <a:lnTo>
                    <a:pt x="183" y="101"/>
                  </a:lnTo>
                  <a:lnTo>
                    <a:pt x="183" y="101"/>
                  </a:lnTo>
                  <a:lnTo>
                    <a:pt x="169" y="103"/>
                  </a:lnTo>
                  <a:lnTo>
                    <a:pt x="154" y="109"/>
                  </a:lnTo>
                  <a:lnTo>
                    <a:pt x="143" y="114"/>
                  </a:lnTo>
                  <a:lnTo>
                    <a:pt x="132" y="123"/>
                  </a:lnTo>
                  <a:lnTo>
                    <a:pt x="123" y="134"/>
                  </a:lnTo>
                  <a:lnTo>
                    <a:pt x="116" y="145"/>
                  </a:lnTo>
                  <a:lnTo>
                    <a:pt x="112" y="159"/>
                  </a:lnTo>
                  <a:lnTo>
                    <a:pt x="111" y="174"/>
                  </a:lnTo>
                  <a:lnTo>
                    <a:pt x="111" y="30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</p:grpSp>
      <p:sp>
        <p:nvSpPr>
          <p:cNvPr id="24" name="Freeform 99"/>
          <p:cNvSpPr>
            <a:spLocks noEditPoints="1"/>
          </p:cNvSpPr>
          <p:nvPr/>
        </p:nvSpPr>
        <p:spPr bwMode="auto">
          <a:xfrm>
            <a:off x="4551982" y="2151970"/>
            <a:ext cx="296483" cy="471385"/>
          </a:xfrm>
          <a:custGeom>
            <a:avLst/>
            <a:gdLst/>
            <a:ahLst/>
            <a:cxnLst>
              <a:cxn ang="0">
                <a:pos x="98" y="0"/>
              </a:cxn>
              <a:cxn ang="0">
                <a:pos x="60" y="7"/>
              </a:cxn>
              <a:cxn ang="0">
                <a:pos x="29" y="27"/>
              </a:cxn>
              <a:cxn ang="0">
                <a:pos x="7" y="59"/>
              </a:cxn>
              <a:cxn ang="0">
                <a:pos x="0" y="98"/>
              </a:cxn>
              <a:cxn ang="0">
                <a:pos x="0" y="116"/>
              </a:cxn>
              <a:cxn ang="0">
                <a:pos x="9" y="154"/>
              </a:cxn>
              <a:cxn ang="0">
                <a:pos x="31" y="208"/>
              </a:cxn>
              <a:cxn ang="0">
                <a:pos x="67" y="270"/>
              </a:cxn>
              <a:cxn ang="0">
                <a:pos x="98" y="311"/>
              </a:cxn>
              <a:cxn ang="0">
                <a:pos x="112" y="291"/>
              </a:cxn>
              <a:cxn ang="0">
                <a:pos x="147" y="241"/>
              </a:cxn>
              <a:cxn ang="0">
                <a:pos x="180" y="172"/>
              </a:cxn>
              <a:cxn ang="0">
                <a:pos x="190" y="134"/>
              </a:cxn>
              <a:cxn ang="0">
                <a:pos x="196" y="98"/>
              </a:cxn>
              <a:cxn ang="0">
                <a:pos x="194" y="78"/>
              </a:cxn>
              <a:cxn ang="0">
                <a:pos x="178" y="41"/>
              </a:cxn>
              <a:cxn ang="0">
                <a:pos x="152" y="16"/>
              </a:cxn>
              <a:cxn ang="0">
                <a:pos x="118" y="1"/>
              </a:cxn>
              <a:cxn ang="0">
                <a:pos x="98" y="0"/>
              </a:cxn>
              <a:cxn ang="0">
                <a:pos x="98" y="157"/>
              </a:cxn>
              <a:cxn ang="0">
                <a:pos x="74" y="152"/>
              </a:cxn>
              <a:cxn ang="0">
                <a:pos x="54" y="139"/>
              </a:cxn>
              <a:cxn ang="0">
                <a:pos x="42" y="119"/>
              </a:cxn>
              <a:cxn ang="0">
                <a:pos x="38" y="98"/>
              </a:cxn>
              <a:cxn ang="0">
                <a:pos x="38" y="85"/>
              </a:cxn>
              <a:cxn ang="0">
                <a:pos x="47" y="63"/>
              </a:cxn>
              <a:cxn ang="0">
                <a:pos x="64" y="47"/>
              </a:cxn>
              <a:cxn ang="0">
                <a:pos x="85" y="38"/>
              </a:cxn>
              <a:cxn ang="0">
                <a:pos x="98" y="36"/>
              </a:cxn>
              <a:cxn ang="0">
                <a:pos x="122" y="41"/>
              </a:cxn>
              <a:cxn ang="0">
                <a:pos x="140" y="54"/>
              </a:cxn>
              <a:cxn ang="0">
                <a:pos x="152" y="74"/>
              </a:cxn>
              <a:cxn ang="0">
                <a:pos x="158" y="98"/>
              </a:cxn>
              <a:cxn ang="0">
                <a:pos x="156" y="108"/>
              </a:cxn>
              <a:cxn ang="0">
                <a:pos x="147" y="130"/>
              </a:cxn>
              <a:cxn ang="0">
                <a:pos x="131" y="146"/>
              </a:cxn>
              <a:cxn ang="0">
                <a:pos x="109" y="156"/>
              </a:cxn>
              <a:cxn ang="0">
                <a:pos x="98" y="157"/>
              </a:cxn>
              <a:cxn ang="0">
                <a:pos x="60" y="98"/>
              </a:cxn>
              <a:cxn ang="0">
                <a:pos x="62" y="112"/>
              </a:cxn>
              <a:cxn ang="0">
                <a:pos x="71" y="123"/>
              </a:cxn>
              <a:cxn ang="0">
                <a:pos x="83" y="132"/>
              </a:cxn>
              <a:cxn ang="0">
                <a:pos x="98" y="134"/>
              </a:cxn>
              <a:cxn ang="0">
                <a:pos x="105" y="134"/>
              </a:cxn>
              <a:cxn ang="0">
                <a:pos x="118" y="128"/>
              </a:cxn>
              <a:cxn ang="0">
                <a:pos x="129" y="117"/>
              </a:cxn>
              <a:cxn ang="0">
                <a:pos x="134" y="105"/>
              </a:cxn>
              <a:cxn ang="0">
                <a:pos x="136" y="98"/>
              </a:cxn>
              <a:cxn ang="0">
                <a:pos x="132" y="81"/>
              </a:cxn>
              <a:cxn ang="0">
                <a:pos x="125" y="70"/>
              </a:cxn>
              <a:cxn ang="0">
                <a:pos x="112" y="61"/>
              </a:cxn>
              <a:cxn ang="0">
                <a:pos x="98" y="59"/>
              </a:cxn>
              <a:cxn ang="0">
                <a:pos x="89" y="59"/>
              </a:cxn>
              <a:cxn ang="0">
                <a:pos x="76" y="65"/>
              </a:cxn>
              <a:cxn ang="0">
                <a:pos x="65" y="76"/>
              </a:cxn>
              <a:cxn ang="0">
                <a:pos x="60" y="88"/>
              </a:cxn>
              <a:cxn ang="0">
                <a:pos x="60" y="98"/>
              </a:cxn>
            </a:cxnLst>
            <a:rect l="0" t="0" r="r" b="b"/>
            <a:pathLst>
              <a:path w="196" h="311">
                <a:moveTo>
                  <a:pt x="98" y="0"/>
                </a:moveTo>
                <a:lnTo>
                  <a:pt x="98" y="0"/>
                </a:lnTo>
                <a:lnTo>
                  <a:pt x="78" y="1"/>
                </a:lnTo>
                <a:lnTo>
                  <a:pt x="60" y="7"/>
                </a:lnTo>
                <a:lnTo>
                  <a:pt x="44" y="16"/>
                </a:lnTo>
                <a:lnTo>
                  <a:pt x="29" y="27"/>
                </a:lnTo>
                <a:lnTo>
                  <a:pt x="16" y="41"/>
                </a:lnTo>
                <a:lnTo>
                  <a:pt x="7" y="59"/>
                </a:lnTo>
                <a:lnTo>
                  <a:pt x="2" y="78"/>
                </a:lnTo>
                <a:lnTo>
                  <a:pt x="0" y="98"/>
                </a:lnTo>
                <a:lnTo>
                  <a:pt x="0" y="98"/>
                </a:lnTo>
                <a:lnTo>
                  <a:pt x="0" y="116"/>
                </a:lnTo>
                <a:lnTo>
                  <a:pt x="4" y="134"/>
                </a:lnTo>
                <a:lnTo>
                  <a:pt x="9" y="154"/>
                </a:lnTo>
                <a:lnTo>
                  <a:pt x="15" y="172"/>
                </a:lnTo>
                <a:lnTo>
                  <a:pt x="31" y="208"/>
                </a:lnTo>
                <a:lnTo>
                  <a:pt x="49" y="241"/>
                </a:lnTo>
                <a:lnTo>
                  <a:pt x="67" y="270"/>
                </a:lnTo>
                <a:lnTo>
                  <a:pt x="82" y="291"/>
                </a:lnTo>
                <a:lnTo>
                  <a:pt x="98" y="311"/>
                </a:lnTo>
                <a:lnTo>
                  <a:pt x="98" y="311"/>
                </a:lnTo>
                <a:lnTo>
                  <a:pt x="112" y="291"/>
                </a:lnTo>
                <a:lnTo>
                  <a:pt x="129" y="270"/>
                </a:lnTo>
                <a:lnTo>
                  <a:pt x="147" y="241"/>
                </a:lnTo>
                <a:lnTo>
                  <a:pt x="165" y="208"/>
                </a:lnTo>
                <a:lnTo>
                  <a:pt x="180" y="172"/>
                </a:lnTo>
                <a:lnTo>
                  <a:pt x="187" y="154"/>
                </a:lnTo>
                <a:lnTo>
                  <a:pt x="190" y="134"/>
                </a:lnTo>
                <a:lnTo>
                  <a:pt x="194" y="116"/>
                </a:lnTo>
                <a:lnTo>
                  <a:pt x="196" y="98"/>
                </a:lnTo>
                <a:lnTo>
                  <a:pt x="196" y="98"/>
                </a:lnTo>
                <a:lnTo>
                  <a:pt x="194" y="78"/>
                </a:lnTo>
                <a:lnTo>
                  <a:pt x="187" y="59"/>
                </a:lnTo>
                <a:lnTo>
                  <a:pt x="178" y="41"/>
                </a:lnTo>
                <a:lnTo>
                  <a:pt x="167" y="27"/>
                </a:lnTo>
                <a:lnTo>
                  <a:pt x="152" y="16"/>
                </a:lnTo>
                <a:lnTo>
                  <a:pt x="136" y="7"/>
                </a:lnTo>
                <a:lnTo>
                  <a:pt x="118" y="1"/>
                </a:lnTo>
                <a:lnTo>
                  <a:pt x="98" y="0"/>
                </a:lnTo>
                <a:lnTo>
                  <a:pt x="98" y="0"/>
                </a:lnTo>
                <a:close/>
                <a:moveTo>
                  <a:pt x="98" y="157"/>
                </a:moveTo>
                <a:lnTo>
                  <a:pt x="98" y="157"/>
                </a:lnTo>
                <a:lnTo>
                  <a:pt x="85" y="156"/>
                </a:lnTo>
                <a:lnTo>
                  <a:pt x="74" y="152"/>
                </a:lnTo>
                <a:lnTo>
                  <a:pt x="64" y="146"/>
                </a:lnTo>
                <a:lnTo>
                  <a:pt x="54" y="139"/>
                </a:lnTo>
                <a:lnTo>
                  <a:pt x="47" y="130"/>
                </a:lnTo>
                <a:lnTo>
                  <a:pt x="42" y="119"/>
                </a:lnTo>
                <a:lnTo>
                  <a:pt x="38" y="108"/>
                </a:lnTo>
                <a:lnTo>
                  <a:pt x="38" y="98"/>
                </a:lnTo>
                <a:lnTo>
                  <a:pt x="38" y="98"/>
                </a:lnTo>
                <a:lnTo>
                  <a:pt x="38" y="85"/>
                </a:lnTo>
                <a:lnTo>
                  <a:pt x="42" y="74"/>
                </a:lnTo>
                <a:lnTo>
                  <a:pt x="47" y="63"/>
                </a:lnTo>
                <a:lnTo>
                  <a:pt x="54" y="54"/>
                </a:lnTo>
                <a:lnTo>
                  <a:pt x="64" y="47"/>
                </a:lnTo>
                <a:lnTo>
                  <a:pt x="74" y="41"/>
                </a:lnTo>
                <a:lnTo>
                  <a:pt x="85" y="38"/>
                </a:lnTo>
                <a:lnTo>
                  <a:pt x="98" y="36"/>
                </a:lnTo>
                <a:lnTo>
                  <a:pt x="98" y="36"/>
                </a:lnTo>
                <a:lnTo>
                  <a:pt x="109" y="38"/>
                </a:lnTo>
                <a:lnTo>
                  <a:pt x="122" y="41"/>
                </a:lnTo>
                <a:lnTo>
                  <a:pt x="131" y="47"/>
                </a:lnTo>
                <a:lnTo>
                  <a:pt x="140" y="54"/>
                </a:lnTo>
                <a:lnTo>
                  <a:pt x="147" y="63"/>
                </a:lnTo>
                <a:lnTo>
                  <a:pt x="152" y="74"/>
                </a:lnTo>
                <a:lnTo>
                  <a:pt x="156" y="85"/>
                </a:lnTo>
                <a:lnTo>
                  <a:pt x="158" y="98"/>
                </a:lnTo>
                <a:lnTo>
                  <a:pt x="158" y="98"/>
                </a:lnTo>
                <a:lnTo>
                  <a:pt x="156" y="108"/>
                </a:lnTo>
                <a:lnTo>
                  <a:pt x="152" y="119"/>
                </a:lnTo>
                <a:lnTo>
                  <a:pt x="147" y="130"/>
                </a:lnTo>
                <a:lnTo>
                  <a:pt x="140" y="139"/>
                </a:lnTo>
                <a:lnTo>
                  <a:pt x="131" y="146"/>
                </a:lnTo>
                <a:lnTo>
                  <a:pt x="122" y="152"/>
                </a:lnTo>
                <a:lnTo>
                  <a:pt x="109" y="156"/>
                </a:lnTo>
                <a:lnTo>
                  <a:pt x="98" y="157"/>
                </a:lnTo>
                <a:lnTo>
                  <a:pt x="98" y="157"/>
                </a:lnTo>
                <a:close/>
                <a:moveTo>
                  <a:pt x="60" y="98"/>
                </a:moveTo>
                <a:lnTo>
                  <a:pt x="60" y="98"/>
                </a:lnTo>
                <a:lnTo>
                  <a:pt x="60" y="105"/>
                </a:lnTo>
                <a:lnTo>
                  <a:pt x="62" y="112"/>
                </a:lnTo>
                <a:lnTo>
                  <a:pt x="65" y="117"/>
                </a:lnTo>
                <a:lnTo>
                  <a:pt x="71" y="123"/>
                </a:lnTo>
                <a:lnTo>
                  <a:pt x="76" y="128"/>
                </a:lnTo>
                <a:lnTo>
                  <a:pt x="83" y="132"/>
                </a:lnTo>
                <a:lnTo>
                  <a:pt x="89" y="134"/>
                </a:lnTo>
                <a:lnTo>
                  <a:pt x="98" y="134"/>
                </a:lnTo>
                <a:lnTo>
                  <a:pt x="98" y="134"/>
                </a:lnTo>
                <a:lnTo>
                  <a:pt x="105" y="134"/>
                </a:lnTo>
                <a:lnTo>
                  <a:pt x="112" y="132"/>
                </a:lnTo>
                <a:lnTo>
                  <a:pt x="118" y="128"/>
                </a:lnTo>
                <a:lnTo>
                  <a:pt x="125" y="123"/>
                </a:lnTo>
                <a:lnTo>
                  <a:pt x="129" y="117"/>
                </a:lnTo>
                <a:lnTo>
                  <a:pt x="132" y="112"/>
                </a:lnTo>
                <a:lnTo>
                  <a:pt x="134" y="105"/>
                </a:lnTo>
                <a:lnTo>
                  <a:pt x="136" y="98"/>
                </a:lnTo>
                <a:lnTo>
                  <a:pt x="136" y="98"/>
                </a:lnTo>
                <a:lnTo>
                  <a:pt x="134" y="88"/>
                </a:lnTo>
                <a:lnTo>
                  <a:pt x="132" y="81"/>
                </a:lnTo>
                <a:lnTo>
                  <a:pt x="129" y="76"/>
                </a:lnTo>
                <a:lnTo>
                  <a:pt x="125" y="70"/>
                </a:lnTo>
                <a:lnTo>
                  <a:pt x="118" y="65"/>
                </a:lnTo>
                <a:lnTo>
                  <a:pt x="112" y="61"/>
                </a:lnTo>
                <a:lnTo>
                  <a:pt x="105" y="59"/>
                </a:lnTo>
                <a:lnTo>
                  <a:pt x="98" y="59"/>
                </a:lnTo>
                <a:lnTo>
                  <a:pt x="98" y="59"/>
                </a:lnTo>
                <a:lnTo>
                  <a:pt x="89" y="59"/>
                </a:lnTo>
                <a:lnTo>
                  <a:pt x="83" y="61"/>
                </a:lnTo>
                <a:lnTo>
                  <a:pt x="76" y="65"/>
                </a:lnTo>
                <a:lnTo>
                  <a:pt x="71" y="70"/>
                </a:lnTo>
                <a:lnTo>
                  <a:pt x="65" y="76"/>
                </a:lnTo>
                <a:lnTo>
                  <a:pt x="62" y="81"/>
                </a:lnTo>
                <a:lnTo>
                  <a:pt x="60" y="88"/>
                </a:lnTo>
                <a:lnTo>
                  <a:pt x="60" y="98"/>
                </a:lnTo>
                <a:lnTo>
                  <a:pt x="60" y="9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  <a:cs typeface="Source Han Sans CN Medium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76946" y="1809452"/>
            <a:ext cx="1141391" cy="1142417"/>
            <a:chOff x="3689350" y="1123950"/>
            <a:chExt cx="1765300" cy="1766888"/>
          </a:xfrm>
        </p:grpSpPr>
        <p:sp>
          <p:nvSpPr>
            <p:cNvPr id="39" name="Oval 8"/>
            <p:cNvSpPr/>
            <p:nvPr/>
          </p:nvSpPr>
          <p:spPr>
            <a:xfrm>
              <a:off x="3689350" y="1123950"/>
              <a:ext cx="1765300" cy="1766888"/>
            </a:xfrm>
            <a:prstGeom prst="ellipse">
              <a:avLst/>
            </a:prstGeom>
            <a:solidFill>
              <a:srgbClr val="00A0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zh-CN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40" name="Oval 38"/>
            <p:cNvSpPr/>
            <p:nvPr/>
          </p:nvSpPr>
          <p:spPr>
            <a:xfrm>
              <a:off x="3803950" y="1239344"/>
              <a:ext cx="1536101" cy="1536101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4213622" y="1647457"/>
              <a:ext cx="716756" cy="719873"/>
              <a:chOff x="5534025" y="3495675"/>
              <a:chExt cx="365125" cy="366713"/>
            </a:xfrm>
            <a:solidFill>
              <a:schemeClr val="bg1"/>
            </a:solidFill>
          </p:grpSpPr>
          <p:sp>
            <p:nvSpPr>
              <p:cNvPr id="42" name="AutoShape 18"/>
              <p:cNvSpPr/>
              <p:nvPr/>
            </p:nvSpPr>
            <p:spPr bwMode="auto">
              <a:xfrm>
                <a:off x="5534025" y="3495675"/>
                <a:ext cx="365125" cy="366713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49" y="19799"/>
                    </a:moveTo>
                    <a:cubicBezTo>
                      <a:pt x="20249" y="20048"/>
                      <a:pt x="20048" y="20249"/>
                      <a:pt x="19799" y="20249"/>
                    </a:cubicBezTo>
                    <a:lnTo>
                      <a:pt x="1800" y="20249"/>
                    </a:lnTo>
                    <a:cubicBezTo>
                      <a:pt x="1551" y="20249"/>
                      <a:pt x="1349" y="20048"/>
                      <a:pt x="1349" y="19799"/>
                    </a:cubicBezTo>
                    <a:lnTo>
                      <a:pt x="1349" y="3824"/>
                    </a:lnTo>
                    <a:cubicBezTo>
                      <a:pt x="1349" y="3576"/>
                      <a:pt x="1551" y="3375"/>
                      <a:pt x="1800" y="3375"/>
                    </a:cubicBezTo>
                    <a:lnTo>
                      <a:pt x="4724" y="3375"/>
                    </a:lnTo>
                    <a:lnTo>
                      <a:pt x="4724" y="4725"/>
                    </a:lnTo>
                    <a:cubicBezTo>
                      <a:pt x="4724" y="5098"/>
                      <a:pt x="5027" y="5400"/>
                      <a:pt x="5399" y="5400"/>
                    </a:cubicBezTo>
                    <a:cubicBezTo>
                      <a:pt x="5772" y="5400"/>
                      <a:pt x="6074" y="5098"/>
                      <a:pt x="6074" y="4725"/>
                    </a:cubicBezTo>
                    <a:lnTo>
                      <a:pt x="6074" y="3375"/>
                    </a:lnTo>
                    <a:lnTo>
                      <a:pt x="10124" y="3375"/>
                    </a:lnTo>
                    <a:lnTo>
                      <a:pt x="10124" y="4725"/>
                    </a:lnTo>
                    <a:cubicBezTo>
                      <a:pt x="10124" y="5098"/>
                      <a:pt x="10427" y="5400"/>
                      <a:pt x="10800" y="5400"/>
                    </a:cubicBezTo>
                    <a:cubicBezTo>
                      <a:pt x="11172" y="5400"/>
                      <a:pt x="11474" y="5098"/>
                      <a:pt x="11474" y="4725"/>
                    </a:cubicBezTo>
                    <a:lnTo>
                      <a:pt x="11474" y="3375"/>
                    </a:lnTo>
                    <a:lnTo>
                      <a:pt x="15524" y="3375"/>
                    </a:lnTo>
                    <a:lnTo>
                      <a:pt x="15524" y="4725"/>
                    </a:lnTo>
                    <a:cubicBezTo>
                      <a:pt x="15524" y="5098"/>
                      <a:pt x="15827" y="5400"/>
                      <a:pt x="16199" y="5400"/>
                    </a:cubicBezTo>
                    <a:cubicBezTo>
                      <a:pt x="16572" y="5400"/>
                      <a:pt x="16874" y="5098"/>
                      <a:pt x="16874" y="4725"/>
                    </a:cubicBezTo>
                    <a:lnTo>
                      <a:pt x="16874" y="3375"/>
                    </a:lnTo>
                    <a:lnTo>
                      <a:pt x="19799" y="3375"/>
                    </a:lnTo>
                    <a:cubicBezTo>
                      <a:pt x="20048" y="3375"/>
                      <a:pt x="20249" y="3576"/>
                      <a:pt x="20249" y="3824"/>
                    </a:cubicBezTo>
                    <a:cubicBezTo>
                      <a:pt x="20249" y="3824"/>
                      <a:pt x="20249" y="19799"/>
                      <a:pt x="20249" y="19799"/>
                    </a:cubicBezTo>
                    <a:close/>
                    <a:moveTo>
                      <a:pt x="19799" y="2025"/>
                    </a:moveTo>
                    <a:lnTo>
                      <a:pt x="16874" y="2025"/>
                    </a:lnTo>
                    <a:lnTo>
                      <a:pt x="16874" y="675"/>
                    </a:lnTo>
                    <a:cubicBezTo>
                      <a:pt x="16874" y="301"/>
                      <a:pt x="16572" y="0"/>
                      <a:pt x="16199" y="0"/>
                    </a:cubicBezTo>
                    <a:cubicBezTo>
                      <a:pt x="15827" y="0"/>
                      <a:pt x="15524" y="301"/>
                      <a:pt x="15524" y="675"/>
                    </a:cubicBezTo>
                    <a:lnTo>
                      <a:pt x="15524" y="2025"/>
                    </a:lnTo>
                    <a:lnTo>
                      <a:pt x="11474" y="2025"/>
                    </a:lnTo>
                    <a:lnTo>
                      <a:pt x="11474" y="675"/>
                    </a:lnTo>
                    <a:cubicBezTo>
                      <a:pt x="11474" y="301"/>
                      <a:pt x="11172" y="0"/>
                      <a:pt x="10800" y="0"/>
                    </a:cubicBezTo>
                    <a:cubicBezTo>
                      <a:pt x="10427" y="0"/>
                      <a:pt x="10124" y="301"/>
                      <a:pt x="10124" y="675"/>
                    </a:cubicBezTo>
                    <a:lnTo>
                      <a:pt x="10124" y="2025"/>
                    </a:lnTo>
                    <a:lnTo>
                      <a:pt x="6074" y="2025"/>
                    </a:lnTo>
                    <a:lnTo>
                      <a:pt x="6074" y="675"/>
                    </a:lnTo>
                    <a:cubicBezTo>
                      <a:pt x="6074" y="301"/>
                      <a:pt x="5772" y="0"/>
                      <a:pt x="5399" y="0"/>
                    </a:cubicBezTo>
                    <a:cubicBezTo>
                      <a:pt x="5027" y="0"/>
                      <a:pt x="4724" y="301"/>
                      <a:pt x="4724" y="675"/>
                    </a:cubicBezTo>
                    <a:lnTo>
                      <a:pt x="4724" y="2025"/>
                    </a:lnTo>
                    <a:lnTo>
                      <a:pt x="1800" y="2025"/>
                    </a:lnTo>
                    <a:cubicBezTo>
                      <a:pt x="805" y="2025"/>
                      <a:pt x="0" y="2830"/>
                      <a:pt x="0" y="3824"/>
                    </a:cubicBezTo>
                    <a:lnTo>
                      <a:pt x="0" y="19799"/>
                    </a:lnTo>
                    <a:cubicBezTo>
                      <a:pt x="0" y="20793"/>
                      <a:pt x="805" y="21599"/>
                      <a:pt x="1800" y="21599"/>
                    </a:cubicBezTo>
                    <a:lnTo>
                      <a:pt x="19799" y="21599"/>
                    </a:lnTo>
                    <a:cubicBezTo>
                      <a:pt x="20794" y="21599"/>
                      <a:pt x="21600" y="20793"/>
                      <a:pt x="21600" y="19799"/>
                    </a:cubicBezTo>
                    <a:lnTo>
                      <a:pt x="21600" y="3824"/>
                    </a:lnTo>
                    <a:cubicBezTo>
                      <a:pt x="21600" y="2830"/>
                      <a:pt x="20794" y="2025"/>
                      <a:pt x="19799" y="2025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43" name="AutoShape 19"/>
              <p:cNvSpPr/>
              <p:nvPr/>
            </p:nvSpPr>
            <p:spPr bwMode="auto">
              <a:xfrm>
                <a:off x="5613400" y="3633788"/>
                <a:ext cx="46038" cy="349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44" name="AutoShape 20"/>
              <p:cNvSpPr/>
              <p:nvPr/>
            </p:nvSpPr>
            <p:spPr bwMode="auto">
              <a:xfrm>
                <a:off x="5613400" y="3690938"/>
                <a:ext cx="46038" cy="349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45" name="AutoShape 21"/>
              <p:cNvSpPr/>
              <p:nvPr/>
            </p:nvSpPr>
            <p:spPr bwMode="auto">
              <a:xfrm>
                <a:off x="5613400" y="3748088"/>
                <a:ext cx="46038" cy="33337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46" name="AutoShape 22"/>
              <p:cNvSpPr/>
              <p:nvPr/>
            </p:nvSpPr>
            <p:spPr bwMode="auto">
              <a:xfrm>
                <a:off x="5692775" y="3748088"/>
                <a:ext cx="46038" cy="33337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47" name="AutoShape 23"/>
              <p:cNvSpPr/>
              <p:nvPr/>
            </p:nvSpPr>
            <p:spPr bwMode="auto">
              <a:xfrm>
                <a:off x="5692775" y="3690938"/>
                <a:ext cx="46038" cy="349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48" name="AutoShape 24"/>
              <p:cNvSpPr/>
              <p:nvPr/>
            </p:nvSpPr>
            <p:spPr bwMode="auto">
              <a:xfrm>
                <a:off x="5692775" y="3633788"/>
                <a:ext cx="46038" cy="349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49" name="AutoShape 25"/>
              <p:cNvSpPr/>
              <p:nvPr/>
            </p:nvSpPr>
            <p:spPr bwMode="auto">
              <a:xfrm>
                <a:off x="5773738" y="3748088"/>
                <a:ext cx="46037" cy="33337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50" name="AutoShape 26"/>
              <p:cNvSpPr/>
              <p:nvPr/>
            </p:nvSpPr>
            <p:spPr bwMode="auto">
              <a:xfrm>
                <a:off x="5773738" y="3690938"/>
                <a:ext cx="46037" cy="349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  <p:sp>
            <p:nvSpPr>
              <p:cNvPr id="51" name="AutoShape 27"/>
              <p:cNvSpPr/>
              <p:nvPr/>
            </p:nvSpPr>
            <p:spPr bwMode="auto">
              <a:xfrm>
                <a:off x="5773738" y="3633788"/>
                <a:ext cx="46037" cy="34925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0" y="21599"/>
                    </a:moveTo>
                    <a:lnTo>
                      <a:pt x="21600" y="21599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599"/>
                      <a:pt x="0" y="21599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lIns="38100" tIns="38100" rIns="38100" bIns="38100" anchor="ctr"/>
              <a:lstStyle>
                <a:lvl1pPr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defTabSz="4572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zh-CN" altLang="zh-CN" sz="3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Source Han Sans CN Medium" charset="-122"/>
                </a:endParaRPr>
              </a:p>
            </p:txBody>
          </p:sp>
        </p:grpSp>
      </p:grpSp>
      <p:sp>
        <p:nvSpPr>
          <p:cNvPr id="52" name="文本占位符 5"/>
          <p:cNvSpPr>
            <a:spLocks noGrp="1"/>
          </p:cNvSpPr>
          <p:nvPr>
            <p:ph type="body" sz="quarter" idx="28"/>
          </p:nvPr>
        </p:nvSpPr>
        <p:spPr>
          <a:xfrm>
            <a:off x="1880557" y="3237043"/>
            <a:ext cx="1989094" cy="442118"/>
          </a:xfrm>
        </p:spPr>
        <p:txBody>
          <a:bodyPr/>
          <a:lstStyle/>
          <a:p>
            <a:r>
              <a:rPr lang="en-US" altLang="zh-CN" dirty="0" smtClean="0"/>
              <a:t>Why not </a:t>
            </a:r>
            <a:r>
              <a:rPr lang="en-US" altLang="zh-CN" dirty="0" err="1" smtClean="0"/>
              <a:t>Wepy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2855942" y="3125533"/>
            <a:ext cx="3429000" cy="515652"/>
          </a:xfrm>
        </p:spPr>
        <p:txBody>
          <a:bodyPr/>
          <a:lstStyle/>
          <a:p>
            <a:r>
              <a:rPr lang="en-US" altLang="zh-CN" sz="2800" dirty="0" smtClean="0"/>
              <a:t>Why not </a:t>
            </a:r>
            <a:r>
              <a:rPr lang="en-US" altLang="zh-CN" sz="2800" dirty="0" err="1" smtClean="0"/>
              <a:t>Wepy</a:t>
            </a:r>
            <a:r>
              <a:rPr lang="zh-CN" altLang="en-US" sz="2800" dirty="0" smtClean="0"/>
              <a:t>？</a:t>
            </a:r>
            <a:endParaRPr lang="zh-CN" altLang="en-US" sz="2800" dirty="0"/>
          </a:p>
        </p:txBody>
      </p:sp>
      <p:sp>
        <p:nvSpPr>
          <p:cNvPr id="6" name="Oval 8"/>
          <p:cNvSpPr/>
          <p:nvPr/>
        </p:nvSpPr>
        <p:spPr>
          <a:xfrm>
            <a:off x="3689350" y="1123950"/>
            <a:ext cx="1765300" cy="1766888"/>
          </a:xfrm>
          <a:prstGeom prst="ellipse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Medium" charset="-122"/>
            </a:endParaRPr>
          </a:p>
        </p:txBody>
      </p:sp>
      <p:sp>
        <p:nvSpPr>
          <p:cNvPr id="7" name="Oval 38"/>
          <p:cNvSpPr/>
          <p:nvPr/>
        </p:nvSpPr>
        <p:spPr>
          <a:xfrm>
            <a:off x="3803950" y="1239344"/>
            <a:ext cx="1536101" cy="1536101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213622" y="1647457"/>
            <a:ext cx="716756" cy="719873"/>
            <a:chOff x="5534025" y="3495675"/>
            <a:chExt cx="365125" cy="366713"/>
          </a:xfrm>
          <a:solidFill>
            <a:schemeClr val="bg1"/>
          </a:solidFill>
        </p:grpSpPr>
        <p:sp>
          <p:nvSpPr>
            <p:cNvPr id="19" name="AutoShape 18"/>
            <p:cNvSpPr/>
            <p:nvPr/>
          </p:nvSpPr>
          <p:spPr bwMode="auto">
            <a:xfrm>
              <a:off x="5534025" y="3495675"/>
              <a:ext cx="365125" cy="3667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249" y="19799"/>
                  </a:moveTo>
                  <a:cubicBezTo>
                    <a:pt x="20249" y="20048"/>
                    <a:pt x="20048" y="20249"/>
                    <a:pt x="19799" y="20249"/>
                  </a:cubicBezTo>
                  <a:lnTo>
                    <a:pt x="1800" y="20249"/>
                  </a:lnTo>
                  <a:cubicBezTo>
                    <a:pt x="1551" y="20249"/>
                    <a:pt x="1349" y="20048"/>
                    <a:pt x="1349" y="19799"/>
                  </a:cubicBezTo>
                  <a:lnTo>
                    <a:pt x="1349" y="3824"/>
                  </a:lnTo>
                  <a:cubicBezTo>
                    <a:pt x="1349" y="3576"/>
                    <a:pt x="1551" y="3375"/>
                    <a:pt x="1800" y="3375"/>
                  </a:cubicBezTo>
                  <a:lnTo>
                    <a:pt x="4724" y="3375"/>
                  </a:lnTo>
                  <a:lnTo>
                    <a:pt x="4724" y="4725"/>
                  </a:lnTo>
                  <a:cubicBezTo>
                    <a:pt x="4724" y="5098"/>
                    <a:pt x="5027" y="5400"/>
                    <a:pt x="5399" y="5400"/>
                  </a:cubicBezTo>
                  <a:cubicBezTo>
                    <a:pt x="5772" y="5400"/>
                    <a:pt x="6074" y="5098"/>
                    <a:pt x="6074" y="4725"/>
                  </a:cubicBezTo>
                  <a:lnTo>
                    <a:pt x="6074" y="3375"/>
                  </a:lnTo>
                  <a:lnTo>
                    <a:pt x="10124" y="3375"/>
                  </a:lnTo>
                  <a:lnTo>
                    <a:pt x="10124" y="4725"/>
                  </a:lnTo>
                  <a:cubicBezTo>
                    <a:pt x="10124" y="5098"/>
                    <a:pt x="10427" y="5400"/>
                    <a:pt x="10800" y="5400"/>
                  </a:cubicBezTo>
                  <a:cubicBezTo>
                    <a:pt x="11172" y="5400"/>
                    <a:pt x="11474" y="5098"/>
                    <a:pt x="11474" y="4725"/>
                  </a:cubicBezTo>
                  <a:lnTo>
                    <a:pt x="11474" y="3375"/>
                  </a:lnTo>
                  <a:lnTo>
                    <a:pt x="15524" y="3375"/>
                  </a:lnTo>
                  <a:lnTo>
                    <a:pt x="15524" y="4725"/>
                  </a:lnTo>
                  <a:cubicBezTo>
                    <a:pt x="15524" y="5098"/>
                    <a:pt x="15827" y="5400"/>
                    <a:pt x="16199" y="5400"/>
                  </a:cubicBezTo>
                  <a:cubicBezTo>
                    <a:pt x="16572" y="5400"/>
                    <a:pt x="16874" y="5098"/>
                    <a:pt x="16874" y="4725"/>
                  </a:cubicBezTo>
                  <a:lnTo>
                    <a:pt x="16874" y="3375"/>
                  </a:lnTo>
                  <a:lnTo>
                    <a:pt x="19799" y="3375"/>
                  </a:lnTo>
                  <a:cubicBezTo>
                    <a:pt x="20048" y="3375"/>
                    <a:pt x="20249" y="3576"/>
                    <a:pt x="20249" y="3824"/>
                  </a:cubicBezTo>
                  <a:cubicBezTo>
                    <a:pt x="20249" y="3824"/>
                    <a:pt x="20249" y="19799"/>
                    <a:pt x="20249" y="19799"/>
                  </a:cubicBezTo>
                  <a:close/>
                  <a:moveTo>
                    <a:pt x="19799" y="2025"/>
                  </a:moveTo>
                  <a:lnTo>
                    <a:pt x="16874" y="2025"/>
                  </a:lnTo>
                  <a:lnTo>
                    <a:pt x="16874" y="675"/>
                  </a:lnTo>
                  <a:cubicBezTo>
                    <a:pt x="16874" y="301"/>
                    <a:pt x="16572" y="0"/>
                    <a:pt x="16199" y="0"/>
                  </a:cubicBezTo>
                  <a:cubicBezTo>
                    <a:pt x="15827" y="0"/>
                    <a:pt x="15524" y="301"/>
                    <a:pt x="15524" y="675"/>
                  </a:cubicBezTo>
                  <a:lnTo>
                    <a:pt x="15524" y="2025"/>
                  </a:lnTo>
                  <a:lnTo>
                    <a:pt x="11474" y="2025"/>
                  </a:lnTo>
                  <a:lnTo>
                    <a:pt x="11474" y="675"/>
                  </a:lnTo>
                  <a:cubicBezTo>
                    <a:pt x="11474" y="301"/>
                    <a:pt x="11172" y="0"/>
                    <a:pt x="10800" y="0"/>
                  </a:cubicBezTo>
                  <a:cubicBezTo>
                    <a:pt x="10427" y="0"/>
                    <a:pt x="10124" y="301"/>
                    <a:pt x="10124" y="675"/>
                  </a:cubicBezTo>
                  <a:lnTo>
                    <a:pt x="10124" y="2025"/>
                  </a:lnTo>
                  <a:lnTo>
                    <a:pt x="6074" y="2025"/>
                  </a:lnTo>
                  <a:lnTo>
                    <a:pt x="6074" y="675"/>
                  </a:lnTo>
                  <a:cubicBezTo>
                    <a:pt x="6074" y="301"/>
                    <a:pt x="5772" y="0"/>
                    <a:pt x="5399" y="0"/>
                  </a:cubicBezTo>
                  <a:cubicBezTo>
                    <a:pt x="5027" y="0"/>
                    <a:pt x="4724" y="301"/>
                    <a:pt x="4724" y="675"/>
                  </a:cubicBezTo>
                  <a:lnTo>
                    <a:pt x="4724" y="2025"/>
                  </a:lnTo>
                  <a:lnTo>
                    <a:pt x="1800" y="2025"/>
                  </a:lnTo>
                  <a:cubicBezTo>
                    <a:pt x="805" y="2025"/>
                    <a:pt x="0" y="2830"/>
                    <a:pt x="0" y="3824"/>
                  </a:cubicBezTo>
                  <a:lnTo>
                    <a:pt x="0" y="19799"/>
                  </a:lnTo>
                  <a:cubicBezTo>
                    <a:pt x="0" y="20793"/>
                    <a:pt x="805" y="21599"/>
                    <a:pt x="1800" y="21599"/>
                  </a:cubicBezTo>
                  <a:lnTo>
                    <a:pt x="19799" y="21599"/>
                  </a:lnTo>
                  <a:cubicBezTo>
                    <a:pt x="20794" y="21599"/>
                    <a:pt x="21600" y="20793"/>
                    <a:pt x="21600" y="19799"/>
                  </a:cubicBezTo>
                  <a:lnTo>
                    <a:pt x="21600" y="3824"/>
                  </a:lnTo>
                  <a:cubicBezTo>
                    <a:pt x="21600" y="2830"/>
                    <a:pt x="20794" y="2025"/>
                    <a:pt x="19799" y="2025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0" name="AutoShape 19"/>
            <p:cNvSpPr/>
            <p:nvPr/>
          </p:nvSpPr>
          <p:spPr bwMode="auto">
            <a:xfrm>
              <a:off x="5613400" y="3633788"/>
              <a:ext cx="46038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1" name="AutoShape 20"/>
            <p:cNvSpPr/>
            <p:nvPr/>
          </p:nvSpPr>
          <p:spPr bwMode="auto">
            <a:xfrm>
              <a:off x="5613400" y="3690938"/>
              <a:ext cx="46038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2" name="AutoShape 21"/>
            <p:cNvSpPr/>
            <p:nvPr/>
          </p:nvSpPr>
          <p:spPr bwMode="auto">
            <a:xfrm>
              <a:off x="5613400" y="3748088"/>
              <a:ext cx="46038" cy="333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3" name="AutoShape 22"/>
            <p:cNvSpPr/>
            <p:nvPr/>
          </p:nvSpPr>
          <p:spPr bwMode="auto">
            <a:xfrm>
              <a:off x="5692775" y="3748088"/>
              <a:ext cx="46038" cy="333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4" name="AutoShape 23"/>
            <p:cNvSpPr/>
            <p:nvPr/>
          </p:nvSpPr>
          <p:spPr bwMode="auto">
            <a:xfrm>
              <a:off x="5692775" y="3690938"/>
              <a:ext cx="46038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5" name="AutoShape 24"/>
            <p:cNvSpPr/>
            <p:nvPr/>
          </p:nvSpPr>
          <p:spPr bwMode="auto">
            <a:xfrm>
              <a:off x="5692775" y="3633788"/>
              <a:ext cx="46038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6" name="AutoShape 25"/>
            <p:cNvSpPr/>
            <p:nvPr/>
          </p:nvSpPr>
          <p:spPr bwMode="auto">
            <a:xfrm>
              <a:off x="5773738" y="3748088"/>
              <a:ext cx="46037" cy="3333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7" name="AutoShape 26"/>
            <p:cNvSpPr/>
            <p:nvPr/>
          </p:nvSpPr>
          <p:spPr bwMode="auto">
            <a:xfrm>
              <a:off x="5773738" y="3690938"/>
              <a:ext cx="46037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28" name="AutoShape 27"/>
            <p:cNvSpPr/>
            <p:nvPr/>
          </p:nvSpPr>
          <p:spPr bwMode="auto">
            <a:xfrm>
              <a:off x="5773738" y="3633788"/>
              <a:ext cx="46037" cy="349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21599"/>
                  </a:moveTo>
                  <a:lnTo>
                    <a:pt x="21600" y="21599"/>
                  </a:ln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21599"/>
                    <a:pt x="0" y="21599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</p:grpSp>
      <p:sp>
        <p:nvSpPr>
          <p:cNvPr id="8" name="文本占位符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zh-CN" altLang="en-US" dirty="0" smtClean="0"/>
              <a:t>背景、原因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>
            <p:custDataLst>
              <p:tags r:id="rId2"/>
            </p:custDataLst>
          </p:nvPr>
        </p:nvSpPr>
        <p:spPr>
          <a:xfrm>
            <a:off x="457204" y="457188"/>
            <a:ext cx="3700491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b" anchorCtr="0">
            <a:normAutofit/>
          </a:bodyPr>
          <a:lstStyle/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开发体验差</a:t>
            </a:r>
            <a:endParaRPr lang="en-US" altLang="zh-CN" sz="3000" b="1" spc="140" dirty="0" smtClean="0">
              <a:solidFill>
                <a:schemeClr val="accent1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1847458"/>
              </p:ext>
            </p:extLst>
          </p:nvPr>
        </p:nvGraphicFramePr>
        <p:xfrm>
          <a:off x="914400" y="1200150"/>
          <a:ext cx="7315200" cy="3642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8715044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081341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原因分析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134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构建生产包，引入第三方库很大几率报错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wepy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uglify-js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1.x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压缩代码，版本老旧，搭配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babel6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使用，不支持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es5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以后的语法，现如今很多库用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babel7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编译，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cjs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包里也会含有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es6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语法，无法兼容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29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编译流程可配置能力欠缺，自定义能力差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compiler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plugin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都需要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wepy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定制化处理，且种类有限，版本较低；</a:t>
                      </a:r>
                    </a:p>
                    <a:p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对于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compiler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plugin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的引用基于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node_modules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所在目录查询，仅能通过安装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npm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包的方式使用插件，未提供编程化的插件引入方式，对于自定义插件实现不友好</a:t>
                      </a:r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68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打包速度很慢</a:t>
                      </a:r>
                      <a:endParaRPr lang="zh-CN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 smtClean="0"/>
                        <a:t>基于</a:t>
                      </a:r>
                      <a:r>
                        <a:rPr lang="en-US" altLang="zh-CN" sz="1200" dirty="0" smtClean="0"/>
                        <a:t>gulp</a:t>
                      </a:r>
                      <a:r>
                        <a:rPr lang="zh-CN" altLang="en-US" sz="1200" dirty="0" smtClean="0"/>
                        <a:t>，本身性能一般</a:t>
                      </a:r>
                      <a:endParaRPr lang="zh-CN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2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27567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3746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>
            <p:custDataLst>
              <p:tags r:id="rId2"/>
            </p:custDataLst>
          </p:nvPr>
        </p:nvSpPr>
        <p:spPr>
          <a:xfrm>
            <a:off x="457204" y="457188"/>
            <a:ext cx="3700491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b" anchorCtr="0">
            <a:normAutofit/>
          </a:bodyPr>
          <a:lstStyle/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不够高效的包体</a:t>
            </a:r>
            <a:endParaRPr lang="en-US" altLang="zh-CN" sz="3000" b="1" spc="140" dirty="0" smtClean="0">
              <a:solidFill>
                <a:schemeClr val="accent1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81295"/>
              </p:ext>
            </p:extLst>
          </p:nvPr>
        </p:nvGraphicFramePr>
        <p:xfrm>
          <a:off x="178362" y="1028688"/>
          <a:ext cx="3962400" cy="20472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87150446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0813419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原因分析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134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基于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gulp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cjs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tree-shaking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不友好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文件编译成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commonjs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再做后续处理，且只对</a:t>
                      </a:r>
                      <a:r>
                        <a:rPr lang="en-US" altLang="zh-CN" sz="14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cjs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做了相关处理，如路径处理</a:t>
                      </a:r>
                      <a:endParaRPr lang="en-US" altLang="zh-CN" sz="14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29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大量的运行时代码拷贝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流程化打包的当时不利于代码复用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682298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62" y="3181350"/>
            <a:ext cx="5069468" cy="17504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9600" y="457188"/>
            <a:ext cx="4497495" cy="371996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886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>
            <p:custDataLst>
              <p:tags r:id="rId2"/>
            </p:custDataLst>
          </p:nvPr>
        </p:nvSpPr>
        <p:spPr>
          <a:xfrm>
            <a:off x="457204" y="457188"/>
            <a:ext cx="3700491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b" anchorCtr="0">
            <a:normAutofit/>
          </a:bodyPr>
          <a:lstStyle/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框架自身带来的问题</a:t>
            </a:r>
            <a:endParaRPr lang="en-US" altLang="zh-CN" sz="3000" b="1" spc="140" dirty="0" smtClean="0">
              <a:solidFill>
                <a:schemeClr val="accent1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275377"/>
              </p:ext>
            </p:extLst>
          </p:nvPr>
        </p:nvGraphicFramePr>
        <p:xfrm>
          <a:off x="1371600" y="1123950"/>
          <a:ext cx="6096000" cy="1102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56838475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1289499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问题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原因分析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87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官方文档提示不允许开启开发者工具自带的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es6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转</a:t>
                      </a: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es5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、样式自动补全、代码压缩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Wepy1.x</a:t>
                      </a:r>
                      <a:r>
                        <a:rPr lang="zh-CN" alt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开发时期较早，彼时小程序开发者工具本身问题也较多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558247"/>
                  </a:ext>
                </a:extLst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2778772"/>
            <a:ext cx="6162610" cy="184129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832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"/>
          <p:cNvSpPr txBox="1"/>
          <p:nvPr>
            <p:custDataLst>
              <p:tags r:id="rId2"/>
            </p:custDataLst>
          </p:nvPr>
        </p:nvSpPr>
        <p:spPr>
          <a:xfrm>
            <a:off x="457204" y="457188"/>
            <a:ext cx="3700491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b" anchorCtr="0">
            <a:normAutofit/>
          </a:bodyPr>
          <a:lstStyle/>
          <a:p>
            <a:pPr mar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Why </a:t>
            </a:r>
            <a:r>
              <a:rPr lang="en-US" altLang="zh-CN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not </a:t>
            </a:r>
            <a:r>
              <a:rPr lang="en-US" altLang="zh-CN" sz="3000" b="1" spc="140" dirty="0" err="1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Wepy</a:t>
            </a:r>
            <a:endParaRPr lang="zh-CN" altLang="en-US" sz="3000" b="1" spc="140" dirty="0">
              <a:solidFill>
                <a:schemeClr val="accent1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90800" y="2343150"/>
            <a:ext cx="39549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逐步将</a:t>
            </a:r>
            <a:r>
              <a:rPr lang="en-US" altLang="zh-CN" dirty="0" err="1" smtClean="0"/>
              <a:t>wepy</a:t>
            </a:r>
            <a:r>
              <a:rPr lang="zh-CN" altLang="en-US" dirty="0" smtClean="0"/>
              <a:t>去除，纯原生小程序开发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无中间商，更高效、可靠</a:t>
            </a:r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800" dirty="0" smtClean="0"/>
              <a:t>平滑过渡方案</a:t>
            </a:r>
            <a:endParaRPr lang="zh-CN" altLang="en-US" sz="28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>
          <a:xfrm>
            <a:off x="3328035" y="3620770"/>
            <a:ext cx="2511425" cy="579120"/>
          </a:xfrm>
        </p:spPr>
        <p:txBody>
          <a:bodyPr/>
          <a:lstStyle/>
          <a:p>
            <a:r>
              <a:rPr lang="zh-CN" altLang="en-US" dirty="0" smtClean="0"/>
              <a:t>方案对比</a:t>
            </a:r>
            <a:endParaRPr lang="zh-CN" altLang="en-US" dirty="0"/>
          </a:p>
        </p:txBody>
      </p:sp>
      <p:cxnSp>
        <p:nvCxnSpPr>
          <p:cNvPr id="4" name="Straight Connector 25"/>
          <p:cNvCxnSpPr/>
          <p:nvPr/>
        </p:nvCxnSpPr>
        <p:spPr bwMode="auto">
          <a:xfrm flipH="1">
            <a:off x="5839337" y="3173384"/>
            <a:ext cx="1" cy="419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25"/>
          <p:cNvCxnSpPr/>
          <p:nvPr/>
        </p:nvCxnSpPr>
        <p:spPr bwMode="auto">
          <a:xfrm flipH="1">
            <a:off x="3304663" y="3158262"/>
            <a:ext cx="1" cy="419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8"/>
          <p:cNvSpPr/>
          <p:nvPr/>
        </p:nvSpPr>
        <p:spPr>
          <a:xfrm>
            <a:off x="3689350" y="1123950"/>
            <a:ext cx="1765300" cy="1766888"/>
          </a:xfrm>
          <a:prstGeom prst="ellipse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Medium" charset="-122"/>
            </a:endParaRPr>
          </a:p>
        </p:txBody>
      </p:sp>
      <p:sp>
        <p:nvSpPr>
          <p:cNvPr id="7" name="Oval 38"/>
          <p:cNvSpPr/>
          <p:nvPr/>
        </p:nvSpPr>
        <p:spPr>
          <a:xfrm>
            <a:off x="3803950" y="1239344"/>
            <a:ext cx="1536101" cy="1536101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213622" y="1672287"/>
            <a:ext cx="716756" cy="670214"/>
            <a:chOff x="7729538" y="1298575"/>
            <a:chExt cx="366712" cy="342900"/>
          </a:xfrm>
          <a:solidFill>
            <a:schemeClr val="bg1"/>
          </a:solidFill>
        </p:grpSpPr>
        <p:sp>
          <p:nvSpPr>
            <p:cNvPr id="9" name="AutoShape 69"/>
            <p:cNvSpPr/>
            <p:nvPr/>
          </p:nvSpPr>
          <p:spPr bwMode="auto">
            <a:xfrm>
              <a:off x="7729538" y="1298575"/>
              <a:ext cx="366712" cy="3429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0" name="AutoShape 70"/>
            <p:cNvSpPr/>
            <p:nvPr/>
          </p:nvSpPr>
          <p:spPr bwMode="auto">
            <a:xfrm>
              <a:off x="7900988" y="1366838"/>
              <a:ext cx="69850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1" name="AutoShape 71"/>
            <p:cNvSpPr/>
            <p:nvPr/>
          </p:nvSpPr>
          <p:spPr bwMode="auto">
            <a:xfrm>
              <a:off x="7900988" y="1401763"/>
              <a:ext cx="69850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2" name="AutoShape 72"/>
            <p:cNvSpPr/>
            <p:nvPr/>
          </p:nvSpPr>
          <p:spPr bwMode="auto">
            <a:xfrm>
              <a:off x="7900988" y="1435100"/>
              <a:ext cx="149225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3" name="AutoShape 73"/>
            <p:cNvSpPr/>
            <p:nvPr/>
          </p:nvSpPr>
          <p:spPr bwMode="auto">
            <a:xfrm>
              <a:off x="7775575" y="1504950"/>
              <a:ext cx="274638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4" name="AutoShape 74"/>
            <p:cNvSpPr/>
            <p:nvPr/>
          </p:nvSpPr>
          <p:spPr bwMode="auto">
            <a:xfrm>
              <a:off x="7775575" y="1538288"/>
              <a:ext cx="274638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5" name="AutoShape 75"/>
            <p:cNvSpPr/>
            <p:nvPr/>
          </p:nvSpPr>
          <p:spPr bwMode="auto">
            <a:xfrm>
              <a:off x="7775575" y="1573213"/>
              <a:ext cx="274638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6" name="AutoShape 76"/>
            <p:cNvSpPr/>
            <p:nvPr/>
          </p:nvSpPr>
          <p:spPr bwMode="auto">
            <a:xfrm>
              <a:off x="7775575" y="1470025"/>
              <a:ext cx="274638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7" name="AutoShape 77"/>
            <p:cNvSpPr/>
            <p:nvPr/>
          </p:nvSpPr>
          <p:spPr bwMode="auto">
            <a:xfrm>
              <a:off x="7775575" y="1355725"/>
              <a:ext cx="103188" cy="920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spc="140" dirty="0">
                <a:solidFill>
                  <a:schemeClr val="accent1">
                    <a:lumMod val="50000"/>
                  </a:schemeClr>
                </a:solidFill>
                <a:latin typeface="微软雅黑" charset="0"/>
                <a:ea typeface="微软雅黑" charset="0"/>
              </a:rPr>
              <a:t>目标</a:t>
            </a:r>
            <a:endParaRPr lang="zh-CN" altLang="en-US" b="1" spc="140" dirty="0">
              <a:solidFill>
                <a:schemeClr val="accent1">
                  <a:lumMod val="50000"/>
                </a:schemeClr>
              </a:solidFill>
              <a:uFillTx/>
              <a:latin typeface="微软雅黑" charset="0"/>
              <a:ea typeface="微软雅黑" charset="0"/>
            </a:endParaRPr>
          </a:p>
        </p:txBody>
      </p:sp>
      <p:grpSp>
        <p:nvGrpSpPr>
          <p:cNvPr id="83" name="组合 82"/>
          <p:cNvGrpSpPr/>
          <p:nvPr/>
        </p:nvGrpSpPr>
        <p:grpSpPr>
          <a:xfrm>
            <a:off x="685800" y="1657350"/>
            <a:ext cx="2828290" cy="1717675"/>
            <a:chOff x="4459808" y="1829197"/>
            <a:chExt cx="3234161" cy="2046895"/>
          </a:xfrm>
        </p:grpSpPr>
        <p:sp>
          <p:nvSpPr>
            <p:cNvPr id="84" name="Rectangle 32"/>
            <p:cNvSpPr/>
            <p:nvPr/>
          </p:nvSpPr>
          <p:spPr>
            <a:xfrm>
              <a:off x="4459808" y="1829197"/>
              <a:ext cx="3234161" cy="2046895"/>
            </a:xfrm>
            <a:prstGeom prst="rect">
              <a:avLst/>
            </a:prstGeom>
            <a:solidFill>
              <a:srgbClr val="00337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Donut 24"/>
            <p:cNvSpPr/>
            <p:nvPr/>
          </p:nvSpPr>
          <p:spPr>
            <a:xfrm>
              <a:off x="5726897" y="2420186"/>
              <a:ext cx="699985" cy="657579"/>
            </a:xfrm>
            <a:custGeom>
              <a:avLst/>
              <a:gdLst/>
              <a:ahLst/>
              <a:cxnLst/>
              <a:rect l="l" t="t" r="r" b="b"/>
              <a:pathLst>
                <a:path w="3208412" h="3234532">
                  <a:moveTo>
                    <a:pt x="1561445" y="1065858"/>
                  </a:moveTo>
                  <a:cubicBezTo>
                    <a:pt x="1654998" y="1065858"/>
                    <a:pt x="1743610" y="1087015"/>
                    <a:pt x="1821879" y="1126644"/>
                  </a:cubicBezTo>
                  <a:lnTo>
                    <a:pt x="1611352" y="1337172"/>
                  </a:lnTo>
                  <a:cubicBezTo>
                    <a:pt x="1595200" y="1333388"/>
                    <a:pt x="1578468" y="1332141"/>
                    <a:pt x="1561445" y="1332141"/>
                  </a:cubicBezTo>
                  <a:cubicBezTo>
                    <a:pt x="1373145" y="1332141"/>
                    <a:pt x="1220499" y="1484787"/>
                    <a:pt x="1220499" y="1673087"/>
                  </a:cubicBezTo>
                  <a:cubicBezTo>
                    <a:pt x="1220499" y="1861387"/>
                    <a:pt x="1373145" y="2014033"/>
                    <a:pt x="1561445" y="2014033"/>
                  </a:cubicBezTo>
                  <a:cubicBezTo>
                    <a:pt x="1749745" y="2014033"/>
                    <a:pt x="1902391" y="1861387"/>
                    <a:pt x="1902391" y="1673087"/>
                  </a:cubicBezTo>
                  <a:cubicBezTo>
                    <a:pt x="1902391" y="1643675"/>
                    <a:pt x="1898667" y="1615133"/>
                    <a:pt x="1890450" y="1588219"/>
                  </a:cubicBezTo>
                  <a:lnTo>
                    <a:pt x="2093156" y="1385512"/>
                  </a:lnTo>
                  <a:cubicBezTo>
                    <a:pt x="2142229" y="1470075"/>
                    <a:pt x="2168674" y="1568493"/>
                    <a:pt x="2168674" y="1673087"/>
                  </a:cubicBezTo>
                  <a:cubicBezTo>
                    <a:pt x="2168674" y="2008450"/>
                    <a:pt x="1896808" y="2280316"/>
                    <a:pt x="1561445" y="2280316"/>
                  </a:cubicBezTo>
                  <a:cubicBezTo>
                    <a:pt x="1226082" y="2280316"/>
                    <a:pt x="954217" y="2008450"/>
                    <a:pt x="954217" y="1673087"/>
                  </a:cubicBezTo>
                  <a:cubicBezTo>
                    <a:pt x="954217" y="1337724"/>
                    <a:pt x="1226082" y="1065858"/>
                    <a:pt x="1561445" y="1065858"/>
                  </a:cubicBezTo>
                  <a:close/>
                  <a:moveTo>
                    <a:pt x="1561445" y="580076"/>
                  </a:moveTo>
                  <a:cubicBezTo>
                    <a:pt x="1790175" y="580076"/>
                    <a:pt x="2002494" y="650333"/>
                    <a:pt x="2177834" y="770690"/>
                  </a:cubicBezTo>
                  <a:lnTo>
                    <a:pt x="1968030" y="980494"/>
                  </a:lnTo>
                  <a:cubicBezTo>
                    <a:pt x="1849962" y="907198"/>
                    <a:pt x="1710422" y="866794"/>
                    <a:pt x="1561445" y="866794"/>
                  </a:cubicBezTo>
                  <a:cubicBezTo>
                    <a:pt x="1116142" y="866794"/>
                    <a:pt x="755153" y="1227784"/>
                    <a:pt x="755153" y="1673087"/>
                  </a:cubicBezTo>
                  <a:cubicBezTo>
                    <a:pt x="755153" y="2118390"/>
                    <a:pt x="1116142" y="2479380"/>
                    <a:pt x="1561445" y="2479380"/>
                  </a:cubicBezTo>
                  <a:cubicBezTo>
                    <a:pt x="2006748" y="2479380"/>
                    <a:pt x="2367738" y="2118390"/>
                    <a:pt x="2367738" y="1673087"/>
                  </a:cubicBezTo>
                  <a:cubicBezTo>
                    <a:pt x="2367738" y="1513043"/>
                    <a:pt x="2321108" y="1363890"/>
                    <a:pt x="2239307" y="1239362"/>
                  </a:cubicBezTo>
                  <a:lnTo>
                    <a:pt x="2445928" y="1032741"/>
                  </a:lnTo>
                  <a:cubicBezTo>
                    <a:pt x="2577451" y="1212149"/>
                    <a:pt x="2654457" y="1433625"/>
                    <a:pt x="2654457" y="1673087"/>
                  </a:cubicBezTo>
                  <a:cubicBezTo>
                    <a:pt x="2654457" y="2276741"/>
                    <a:pt x="2165099" y="2766099"/>
                    <a:pt x="1561445" y="2766099"/>
                  </a:cubicBezTo>
                  <a:cubicBezTo>
                    <a:pt x="957792" y="2766099"/>
                    <a:pt x="468434" y="2276741"/>
                    <a:pt x="468434" y="1673087"/>
                  </a:cubicBezTo>
                  <a:cubicBezTo>
                    <a:pt x="468434" y="1069433"/>
                    <a:pt x="957792" y="580076"/>
                    <a:pt x="1561445" y="580076"/>
                  </a:cubicBezTo>
                  <a:close/>
                  <a:moveTo>
                    <a:pt x="1561445" y="111642"/>
                  </a:moveTo>
                  <a:cubicBezTo>
                    <a:pt x="1890473" y="111642"/>
                    <a:pt x="2195731" y="213411"/>
                    <a:pt x="2447076" y="387744"/>
                  </a:cubicBezTo>
                  <a:lnTo>
                    <a:pt x="2453780" y="494744"/>
                  </a:lnTo>
                  <a:lnTo>
                    <a:pt x="2309436" y="639088"/>
                  </a:lnTo>
                  <a:cubicBezTo>
                    <a:pt x="2099826" y="485554"/>
                    <a:pt x="1841132" y="395669"/>
                    <a:pt x="1561445" y="395669"/>
                  </a:cubicBezTo>
                  <a:cubicBezTo>
                    <a:pt x="855947" y="395669"/>
                    <a:pt x="284027" y="967589"/>
                    <a:pt x="284027" y="1673087"/>
                  </a:cubicBezTo>
                  <a:cubicBezTo>
                    <a:pt x="284027" y="2378585"/>
                    <a:pt x="855947" y="2950505"/>
                    <a:pt x="1561445" y="2950505"/>
                  </a:cubicBezTo>
                  <a:cubicBezTo>
                    <a:pt x="2266943" y="2950505"/>
                    <a:pt x="2838863" y="2378585"/>
                    <a:pt x="2838863" y="1673087"/>
                  </a:cubicBezTo>
                  <a:cubicBezTo>
                    <a:pt x="2838863" y="1382650"/>
                    <a:pt x="2741936" y="1114852"/>
                    <a:pt x="2577529" y="901139"/>
                  </a:cubicBezTo>
                  <a:lnTo>
                    <a:pt x="2706681" y="771988"/>
                  </a:lnTo>
                  <a:lnTo>
                    <a:pt x="2841540" y="780437"/>
                  </a:lnTo>
                  <a:cubicBezTo>
                    <a:pt x="3019168" y="1032973"/>
                    <a:pt x="3122890" y="1340917"/>
                    <a:pt x="3122890" y="1673087"/>
                  </a:cubicBezTo>
                  <a:cubicBezTo>
                    <a:pt x="3122890" y="2535449"/>
                    <a:pt x="2423807" y="3234532"/>
                    <a:pt x="1561445" y="3234532"/>
                  </a:cubicBezTo>
                  <a:cubicBezTo>
                    <a:pt x="699083" y="3234532"/>
                    <a:pt x="0" y="2535449"/>
                    <a:pt x="0" y="1673087"/>
                  </a:cubicBezTo>
                  <a:cubicBezTo>
                    <a:pt x="0" y="810725"/>
                    <a:pt x="699083" y="111642"/>
                    <a:pt x="1561445" y="111642"/>
                  </a:cubicBezTo>
                  <a:close/>
                  <a:moveTo>
                    <a:pt x="2909110" y="0"/>
                  </a:moveTo>
                  <a:lnTo>
                    <a:pt x="2926757" y="281655"/>
                  </a:lnTo>
                  <a:lnTo>
                    <a:pt x="3208412" y="299301"/>
                  </a:lnTo>
                  <a:lnTo>
                    <a:pt x="2863230" y="644483"/>
                  </a:lnTo>
                  <a:lnTo>
                    <a:pt x="2685547" y="633351"/>
                  </a:lnTo>
                  <a:lnTo>
                    <a:pt x="1718098" y="1600799"/>
                  </a:lnTo>
                  <a:cubicBezTo>
                    <a:pt x="1729236" y="1622491"/>
                    <a:pt x="1734939" y="1647123"/>
                    <a:pt x="1734939" y="1673087"/>
                  </a:cubicBezTo>
                  <a:cubicBezTo>
                    <a:pt x="1734939" y="1768905"/>
                    <a:pt x="1657263" y="1846581"/>
                    <a:pt x="1561445" y="1846581"/>
                  </a:cubicBezTo>
                  <a:cubicBezTo>
                    <a:pt x="1465627" y="1846581"/>
                    <a:pt x="1387951" y="1768905"/>
                    <a:pt x="1387951" y="1673087"/>
                  </a:cubicBezTo>
                  <a:cubicBezTo>
                    <a:pt x="1387951" y="1577269"/>
                    <a:pt x="1465627" y="1499593"/>
                    <a:pt x="1561445" y="1499593"/>
                  </a:cubicBezTo>
                  <a:lnTo>
                    <a:pt x="1591006" y="1505561"/>
                  </a:lnTo>
                  <a:lnTo>
                    <a:pt x="2574981" y="521587"/>
                  </a:lnTo>
                  <a:lnTo>
                    <a:pt x="2563928" y="345182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rgbClr val="FFFFFF"/>
                  </a:solidFill>
                  <a:latin typeface="Microsoft JhengHei UI Light" charset="0"/>
                  <a:ea typeface="Microsoft JhengHei UI Light" charset="0"/>
                  <a:cs typeface="+mn-ea"/>
                </a:defRPr>
              </a:lvl9pPr>
            </a:lstStyle>
            <a:p>
              <a:pPr algn="ctr"/>
              <a:endParaRPr lang="ko-KR" alt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733800" y="1646767"/>
            <a:ext cx="50321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如何既不影响现有业务稳定性、不做大范围改动</a:t>
            </a:r>
            <a:endParaRPr lang="en-US" altLang="zh-CN" dirty="0" smtClean="0"/>
          </a:p>
          <a:p>
            <a:r>
              <a:rPr lang="zh-CN" altLang="en-US" dirty="0"/>
              <a:t>又</a:t>
            </a:r>
            <a:r>
              <a:rPr lang="zh-CN" altLang="en-US" dirty="0" smtClean="0"/>
              <a:t>能平滑地将</a:t>
            </a:r>
            <a:r>
              <a:rPr lang="en-US" altLang="zh-CN" dirty="0" err="1" smtClean="0"/>
              <a:t>wepy</a:t>
            </a:r>
            <a:r>
              <a:rPr lang="zh-CN" altLang="en-US" dirty="0" smtClean="0"/>
              <a:t>去除？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保留现有</a:t>
            </a:r>
            <a:r>
              <a:rPr lang="en-US" altLang="zh-CN" dirty="0" err="1" smtClean="0"/>
              <a:t>wepy</a:t>
            </a:r>
            <a:r>
              <a:rPr lang="zh-CN" altLang="en-US" dirty="0"/>
              <a:t>流程</a:t>
            </a:r>
            <a:r>
              <a:rPr lang="zh-CN" altLang="en-US" dirty="0" smtClean="0"/>
              <a:t>，混合其他打包方式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600200" y="514350"/>
            <a:ext cx="58674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 </a:t>
            </a:r>
            <a:r>
              <a:rPr lang="en-US" altLang="zh-CN" sz="3000" b="1" spc="140" dirty="0" err="1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wepy</a:t>
            </a:r>
            <a:r>
              <a:rPr lang="en-US" altLang="zh-CN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sz="3000" b="1" spc="140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微信开发</a:t>
            </a: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者工具</a:t>
            </a:r>
            <a:endParaRPr lang="en-US" altLang="zh-CN" sz="3000" b="1" spc="140" dirty="0">
              <a:solidFill>
                <a:schemeClr val="accent1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1428750"/>
            <a:ext cx="800892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/>
              <a:t>wepy</a:t>
            </a:r>
            <a:r>
              <a:rPr lang="zh-CN" altLang="en-US" sz="1400" b="1" dirty="0"/>
              <a:t>仅编译</a:t>
            </a:r>
            <a:r>
              <a:rPr lang="en-US" altLang="zh-CN" sz="1400" b="1" dirty="0"/>
              <a:t>.</a:t>
            </a:r>
            <a:r>
              <a:rPr lang="en-US" altLang="zh-CN" sz="1400" b="1" dirty="0" err="1"/>
              <a:t>wpy</a:t>
            </a:r>
            <a:r>
              <a:rPr lang="zh-CN" altLang="en-US" sz="1400" b="1" dirty="0"/>
              <a:t>相关，写脚本将剩余文件复制到</a:t>
            </a:r>
            <a:r>
              <a:rPr lang="en-US" altLang="zh-CN" sz="1400" b="1" dirty="0" err="1"/>
              <a:t>dist</a:t>
            </a:r>
            <a:r>
              <a:rPr lang="zh-CN" altLang="en-US" sz="1400" b="1" dirty="0"/>
              <a:t>目录下，使用微信开发者工具的原生</a:t>
            </a:r>
            <a:r>
              <a:rPr lang="en-US" altLang="zh-CN" sz="1400" b="1" dirty="0" err="1"/>
              <a:t>npm</a:t>
            </a:r>
            <a:r>
              <a:rPr lang="zh-CN" altLang="en-US" sz="1400" b="1" dirty="0"/>
              <a:t>能力</a:t>
            </a:r>
          </a:p>
          <a:p>
            <a:endParaRPr lang="en-US" altLang="zh-CN" sz="1400" dirty="0" smtClean="0"/>
          </a:p>
          <a:p>
            <a:r>
              <a:rPr lang="zh-CN" altLang="en-US" sz="1400" b="1" dirty="0" smtClean="0"/>
              <a:t>优势</a:t>
            </a:r>
            <a:r>
              <a:rPr lang="zh-CN" altLang="en-US" sz="1400" b="1" dirty="0"/>
              <a:t>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最</a:t>
            </a:r>
            <a:r>
              <a:rPr lang="zh-CN" altLang="en-US" sz="1400" dirty="0"/>
              <a:t>接近使用原生</a:t>
            </a:r>
            <a:r>
              <a:rPr lang="zh-CN" altLang="en-US" sz="1400" dirty="0" smtClean="0"/>
              <a:t>能力</a:t>
            </a:r>
            <a:endParaRPr lang="en-US" altLang="zh-CN" sz="1400" dirty="0" smtClean="0"/>
          </a:p>
          <a:p>
            <a:endParaRPr lang="zh-CN" altLang="en-US" sz="1400" dirty="0"/>
          </a:p>
          <a:p>
            <a:r>
              <a:rPr lang="zh-CN" altLang="en-US" sz="1400" b="1" dirty="0"/>
              <a:t>劣势：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路径识别机制不同。开发者工具识别</a:t>
            </a:r>
            <a:r>
              <a:rPr lang="en-US" altLang="zh-CN" sz="1400" dirty="0" smtClean="0"/>
              <a:t>/xxx</a:t>
            </a:r>
            <a:r>
              <a:rPr lang="zh-CN" altLang="en-US" sz="1400" dirty="0" smtClean="0"/>
              <a:t>路径为</a:t>
            </a:r>
            <a:r>
              <a:rPr lang="en-US" altLang="zh-CN" sz="1400" dirty="0" smtClean="0"/>
              <a:t>/xxx.js</a:t>
            </a:r>
            <a:r>
              <a:rPr lang="zh-CN" altLang="en-US" sz="1400" dirty="0" smtClean="0"/>
              <a:t>，而不是</a:t>
            </a:r>
            <a:r>
              <a:rPr lang="en-US" altLang="zh-CN" sz="1400" dirty="0" smtClean="0"/>
              <a:t>/xxx/index.js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开发者工具暴露出来的配置很少，过于黑盒，难以做一些自定义处理。如配置</a:t>
            </a:r>
            <a:r>
              <a:rPr lang="en-US" altLang="zh-CN" sz="1400" dirty="0" err="1" smtClean="0"/>
              <a:t>process.env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 smtClean="0"/>
              <a:t>Npm</a:t>
            </a:r>
            <a:r>
              <a:rPr lang="zh-CN" altLang="en-US" sz="1400" dirty="0" smtClean="0"/>
              <a:t>使用麻烦，需要手动点击构建</a:t>
            </a:r>
            <a:r>
              <a:rPr lang="en-US" altLang="zh-CN" sz="1400" dirty="0" err="1" smtClean="0"/>
              <a:t>npm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err="1" smtClean="0"/>
              <a:t>Wepy</a:t>
            </a:r>
            <a:r>
              <a:rPr lang="zh-CN" altLang="en-US" sz="1400" dirty="0" smtClean="0"/>
              <a:t>构建的</a:t>
            </a:r>
            <a:r>
              <a:rPr lang="en-US" altLang="zh-CN" sz="1400" dirty="0" err="1" smtClean="0"/>
              <a:t>cjs</a:t>
            </a:r>
            <a:r>
              <a:rPr lang="zh-CN" altLang="en-US" sz="1400" dirty="0" smtClean="0"/>
              <a:t>包和用户编写的</a:t>
            </a:r>
            <a:r>
              <a:rPr lang="en-US" altLang="zh-CN" sz="1400" dirty="0" err="1" smtClean="0"/>
              <a:t>mjs</a:t>
            </a:r>
            <a:r>
              <a:rPr lang="zh-CN" altLang="en-US" sz="1400" dirty="0" smtClean="0"/>
              <a:t>包会导致开发者工具编译报错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 smtClean="0"/>
          </a:p>
          <a:p>
            <a:endParaRPr lang="en-US" altLang="zh-CN" sz="1400" dirty="0" smtClean="0"/>
          </a:p>
          <a:p>
            <a:r>
              <a:rPr lang="zh-CN" altLang="en-US" sz="1400" dirty="0" smtClean="0"/>
              <a:t>结论：不建议使用</a:t>
            </a:r>
            <a:r>
              <a:rPr lang="zh-CN" altLang="en-US" sz="1400" dirty="0"/>
              <a:t>纯原生开发者工具或</a:t>
            </a:r>
            <a:r>
              <a:rPr lang="en-US" altLang="zh-CN" sz="1400" dirty="0" err="1"/>
              <a:t>wepy</a:t>
            </a:r>
            <a:r>
              <a:rPr lang="zh-CN" altLang="en-US" sz="1400" dirty="0"/>
              <a:t>结合原生开发者工具开发</a:t>
            </a:r>
          </a:p>
          <a:p>
            <a:endParaRPr lang="zh-CN" altLang="en-US" sz="14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1600200" y="514350"/>
            <a:ext cx="58674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02 </a:t>
            </a:r>
            <a:r>
              <a:rPr lang="en-US" altLang="zh-CN" sz="3000" b="1" spc="140" dirty="0" err="1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wepy</a:t>
            </a:r>
            <a:r>
              <a:rPr lang="en-US" altLang="zh-CN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en-US" altLang="zh-CN" sz="3000" b="1" spc="140" dirty="0" err="1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webpack</a:t>
            </a:r>
            <a:endParaRPr lang="en-US" altLang="zh-CN" sz="3000" b="1" spc="140" dirty="0">
              <a:solidFill>
                <a:schemeClr val="accent1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7200" y="1428750"/>
            <a:ext cx="7372531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 err="1" smtClean="0"/>
              <a:t>wepy</a:t>
            </a:r>
            <a:r>
              <a:rPr lang="zh-CN" altLang="en-US" sz="1400" b="1" dirty="0"/>
              <a:t>仅编译</a:t>
            </a:r>
            <a:r>
              <a:rPr lang="en-US" altLang="zh-CN" sz="1400" b="1" dirty="0"/>
              <a:t>.</a:t>
            </a:r>
            <a:r>
              <a:rPr lang="en-US" altLang="zh-CN" sz="1400" b="1" dirty="0" err="1"/>
              <a:t>wpy</a:t>
            </a:r>
            <a:r>
              <a:rPr lang="zh-CN" altLang="en-US" sz="1400" b="1" dirty="0"/>
              <a:t>相关</a:t>
            </a:r>
            <a:r>
              <a:rPr lang="zh-CN" altLang="en-US" sz="1400" b="1" dirty="0" smtClean="0"/>
              <a:t>，</a:t>
            </a:r>
            <a:r>
              <a:rPr lang="en-US" altLang="zh-CN" sz="1400" b="1" dirty="0" err="1" smtClean="0"/>
              <a:t>webpack</a:t>
            </a:r>
            <a:r>
              <a:rPr lang="zh-CN" altLang="en-US" sz="1400" b="1" dirty="0" smtClean="0"/>
              <a:t>编译剩余文件</a:t>
            </a:r>
            <a:endParaRPr lang="en-US" altLang="zh-CN" sz="1400" b="1" dirty="0" smtClean="0"/>
          </a:p>
          <a:p>
            <a:endParaRPr lang="en-US" altLang="zh-CN" sz="1400" dirty="0" smtClean="0"/>
          </a:p>
          <a:p>
            <a:r>
              <a:rPr lang="zh-CN" altLang="en-US" sz="1400" b="1" dirty="0" smtClean="0"/>
              <a:t>优势</a:t>
            </a:r>
            <a:r>
              <a:rPr lang="zh-CN" altLang="en-US" sz="1400" b="1" dirty="0"/>
              <a:t>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符合开发习惯，支持所有自定义优化能力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有可参照的社区方案：</a:t>
            </a:r>
            <a:r>
              <a:rPr lang="en-US" altLang="zh-CN" sz="1400" dirty="0" smtClean="0"/>
              <a:t>mina-</a:t>
            </a:r>
            <a:r>
              <a:rPr lang="en-US" altLang="zh-CN" sz="1400" dirty="0" err="1" smtClean="0"/>
              <a:t>webpack</a:t>
            </a:r>
            <a:endParaRPr lang="en-US" altLang="zh-CN" sz="1400" dirty="0" smtClean="0"/>
          </a:p>
          <a:p>
            <a:endParaRPr lang="zh-CN" altLang="en-US" sz="1400" dirty="0"/>
          </a:p>
          <a:p>
            <a:r>
              <a:rPr lang="zh-CN" altLang="en-US" sz="1400" b="1" dirty="0"/>
              <a:t>劣势：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Mina-</a:t>
            </a:r>
            <a:r>
              <a:rPr lang="en-US" altLang="zh-CN" sz="1400" dirty="0" err="1" smtClean="0"/>
              <a:t>webpack</a:t>
            </a:r>
            <a:r>
              <a:rPr lang="zh-CN" altLang="en-US" sz="1400" dirty="0" smtClean="0"/>
              <a:t>集成度偏高，不符合我们完全使用原生小程序开发的初衷，需要自行改造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两套构建工具势必会有一些冲突和问题</a:t>
            </a:r>
            <a:endParaRPr lang="en-US" altLang="zh-CN" sz="1400" dirty="0" smtClean="0"/>
          </a:p>
          <a:p>
            <a:endParaRPr lang="en-US" altLang="zh-CN" sz="1400" dirty="0" smtClean="0"/>
          </a:p>
          <a:p>
            <a:r>
              <a:rPr lang="zh-CN" altLang="en-US" sz="1400" dirty="0" smtClean="0"/>
              <a:t>结论：可行的方案，待实践</a:t>
            </a:r>
            <a:endParaRPr lang="zh-CN" altLang="en-US" sz="1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49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81000" y="57150"/>
            <a:ext cx="58674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如何混合？</a:t>
            </a:r>
            <a:endParaRPr lang="en-US" altLang="zh-CN" sz="3000" b="1" spc="140" dirty="0">
              <a:solidFill>
                <a:schemeClr val="accent1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601133"/>
            <a:ext cx="7900114" cy="315035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4800" y="2896731"/>
            <a:ext cx="662553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/>
              <a:t>优势：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复杂度集中于手动拆分代码，</a:t>
            </a:r>
            <a:r>
              <a:rPr lang="en-US" altLang="zh-CN" sz="1400" dirty="0" smtClean="0"/>
              <a:t>0 </a:t>
            </a:r>
            <a:r>
              <a:rPr lang="zh-CN" altLang="en-US" sz="1400" dirty="0" smtClean="0"/>
              <a:t>工具开发成本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完全分两套代码维护，互不影响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借助</a:t>
            </a:r>
            <a:r>
              <a:rPr lang="en-US" altLang="zh-CN" sz="1400" dirty="0" smtClean="0"/>
              <a:t>mina-</a:t>
            </a:r>
            <a:r>
              <a:rPr lang="en-US" altLang="zh-CN" sz="1400" dirty="0" err="1" smtClean="0"/>
              <a:t>webpack</a:t>
            </a:r>
            <a:r>
              <a:rPr lang="zh-CN" altLang="en-US" sz="1400" dirty="0" smtClean="0"/>
              <a:t>的魔改版本，快速验证可行性</a:t>
            </a:r>
            <a:endParaRPr lang="en-US" altLang="zh-CN" sz="1400" dirty="0" smtClean="0"/>
          </a:p>
          <a:p>
            <a:r>
              <a:rPr lang="zh-CN" altLang="en-US" sz="1400" b="1" dirty="0" smtClean="0"/>
              <a:t>劣势：</a:t>
            </a:r>
            <a:endParaRPr lang="en-US" altLang="zh-CN" sz="1400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手动拆分可能出错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双方共同使用的代码需要同步维护两份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双方都需要入口文件（入口为</a:t>
            </a:r>
            <a:r>
              <a:rPr lang="en-US" altLang="zh-CN" sz="1400" dirty="0" err="1" smtClean="0"/>
              <a:t>wpy</a:t>
            </a:r>
            <a:r>
              <a:rPr lang="zh-CN" altLang="en-US" sz="1400" dirty="0" smtClean="0"/>
              <a:t>文件），</a:t>
            </a:r>
            <a:r>
              <a:rPr lang="en-US" altLang="zh-CN" sz="1400" dirty="0" err="1" smtClean="0"/>
              <a:t>webpack</a:t>
            </a:r>
            <a:r>
              <a:rPr lang="zh-CN" altLang="en-US" sz="1400" dirty="0" smtClean="0"/>
              <a:t>需要手动去</a:t>
            </a:r>
            <a:r>
              <a:rPr lang="en-US" altLang="zh-CN" sz="1400" dirty="0" err="1" smtClean="0"/>
              <a:t>dist</a:t>
            </a:r>
            <a:r>
              <a:rPr lang="zh-CN" altLang="en-US" sz="1400" dirty="0" smtClean="0"/>
              <a:t>里捞取更新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Commons-chunk</a:t>
            </a:r>
            <a:r>
              <a:rPr lang="zh-CN" altLang="en-US" sz="1400" dirty="0" smtClean="0"/>
              <a:t>会被开发者忽略，需要手动配置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实际开发时会需要额外关注一些配置、文件更新，有一定理解成本</a:t>
            </a:r>
            <a:endParaRPr lang="en-US" altLang="zh-CN" sz="14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974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5308600" y="2419350"/>
            <a:ext cx="3759200" cy="1828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55575" y="2419350"/>
            <a:ext cx="4492625" cy="1828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81000" y="590550"/>
            <a:ext cx="58674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更自动化的方式？</a:t>
            </a:r>
            <a:endParaRPr lang="en-US" altLang="zh-CN" sz="3000" b="1" spc="14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2" descr="http://nvwa.hikvision.com.cn/download/attachments/694095259/image2025-3-20%2011%3A0%3A13.png?version=1&amp;modificationDate=1742439586000&amp;api=v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07975" y="1592262"/>
            <a:ext cx="427918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目标：</a:t>
            </a:r>
            <a:endParaRPr lang="en-US" altLang="zh-CN" sz="1200" b="1" dirty="0" smtClean="0"/>
          </a:p>
          <a:p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项目代码无侵入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开发者无感知</a:t>
            </a:r>
            <a:endParaRPr lang="en-US" altLang="zh-CN" sz="1200" dirty="0" smtClean="0"/>
          </a:p>
          <a:p>
            <a:endParaRPr lang="en-US" altLang="zh-CN" sz="1200" dirty="0" smtClean="0"/>
          </a:p>
          <a:p>
            <a:r>
              <a:rPr lang="zh-CN" altLang="en-US" sz="1200" b="1" dirty="0" smtClean="0"/>
              <a:t>亟待解决的问题：</a:t>
            </a:r>
            <a:endParaRPr lang="en-US" altLang="zh-CN" sz="1200" b="1" dirty="0" smtClean="0"/>
          </a:p>
          <a:p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err="1" smtClean="0"/>
              <a:t>Webpack</a:t>
            </a:r>
            <a:r>
              <a:rPr lang="zh-CN" altLang="en-US" sz="1200" dirty="0" smtClean="0"/>
              <a:t>依赖</a:t>
            </a:r>
            <a:r>
              <a:rPr lang="en-US" altLang="zh-CN" sz="1200" dirty="0" err="1" smtClean="0"/>
              <a:t>json</a:t>
            </a:r>
            <a:r>
              <a:rPr lang="zh-CN" altLang="en-US" sz="1200" dirty="0" smtClean="0"/>
              <a:t>配置构建依赖树，</a:t>
            </a:r>
            <a:r>
              <a:rPr lang="en-US" altLang="zh-CN" sz="1200" dirty="0" err="1" smtClean="0"/>
              <a:t>wpy</a:t>
            </a:r>
            <a:r>
              <a:rPr lang="zh-CN" altLang="en-US" sz="1200" dirty="0" smtClean="0"/>
              <a:t>引用了原生组件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err="1" smtClean="0"/>
              <a:t>Webpack</a:t>
            </a:r>
            <a:r>
              <a:rPr lang="zh-CN" altLang="en-US" sz="1200" dirty="0" smtClean="0"/>
              <a:t>依赖入口文件，入口文件为</a:t>
            </a:r>
            <a:r>
              <a:rPr lang="en-US" altLang="zh-CN" sz="1200" dirty="0" err="1" smtClean="0"/>
              <a:t>wpy</a:t>
            </a:r>
            <a:r>
              <a:rPr lang="zh-CN" altLang="en-US" sz="1200" dirty="0" smtClean="0"/>
              <a:t>文件，无法解析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 smtClean="0"/>
              <a:t>Commons-chunk</a:t>
            </a:r>
            <a:r>
              <a:rPr lang="zh-CN" altLang="en-US" sz="1200" dirty="0" smtClean="0"/>
              <a:t>无感知配置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尽可能避免重复打包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一键启动项目开发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双方共用的工具函数实例。如全局</a:t>
            </a:r>
            <a:r>
              <a:rPr lang="en-US" altLang="zh-CN" sz="1200" dirty="0" err="1" smtClean="0"/>
              <a:t>globalEmitter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保持小程序分包独立加载的特性</a:t>
            </a:r>
            <a:endParaRPr lang="en-US" altLang="zh-CN" sz="1200" dirty="0" smtClean="0"/>
          </a:p>
        </p:txBody>
      </p:sp>
      <p:sp>
        <p:nvSpPr>
          <p:cNvPr id="10" name="文本框 9"/>
          <p:cNvSpPr txBox="1"/>
          <p:nvPr/>
        </p:nvSpPr>
        <p:spPr>
          <a:xfrm>
            <a:off x="5308600" y="2525574"/>
            <a:ext cx="385874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/>
              <a:t>解决办法：</a:t>
            </a:r>
            <a:endParaRPr lang="en-US" altLang="zh-CN" sz="1200" b="1" dirty="0" smtClean="0"/>
          </a:p>
          <a:p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单独抽离</a:t>
            </a:r>
            <a:r>
              <a:rPr lang="en-US" altLang="zh-CN" sz="1200" dirty="0" err="1" smtClean="0"/>
              <a:t>wpy</a:t>
            </a:r>
            <a:r>
              <a:rPr lang="zh-CN" altLang="en-US" sz="1200" dirty="0" smtClean="0"/>
              <a:t>文件的</a:t>
            </a:r>
            <a:r>
              <a:rPr lang="en-US" altLang="zh-CN" sz="1200" dirty="0" err="1" smtClean="0"/>
              <a:t>json</a:t>
            </a:r>
            <a:r>
              <a:rPr lang="zh-CN" altLang="en-US" sz="1200" dirty="0" smtClean="0"/>
              <a:t>配置文件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改造</a:t>
            </a:r>
            <a:r>
              <a:rPr lang="en-US" altLang="zh-CN" sz="1200" dirty="0" smtClean="0"/>
              <a:t>loader</a:t>
            </a:r>
            <a:r>
              <a:rPr lang="zh-CN" altLang="en-US" sz="1200" dirty="0" smtClean="0"/>
              <a:t>、</a:t>
            </a:r>
            <a:r>
              <a:rPr lang="en-US" altLang="zh-CN" sz="1200" dirty="0" smtClean="0"/>
              <a:t>plugin</a:t>
            </a:r>
            <a:r>
              <a:rPr lang="zh-CN" altLang="en-US" sz="1200" dirty="0" smtClean="0"/>
              <a:t>，仅需</a:t>
            </a:r>
            <a:r>
              <a:rPr lang="en-US" altLang="zh-CN" sz="1200" dirty="0" err="1" smtClean="0"/>
              <a:t>json</a:t>
            </a:r>
            <a:r>
              <a:rPr lang="zh-CN" altLang="en-US" sz="1200" dirty="0" smtClean="0"/>
              <a:t>配置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脚本自动配置</a:t>
            </a:r>
            <a:r>
              <a:rPr lang="en-US" altLang="zh-CN" sz="1200" dirty="0" err="1" smtClean="0"/>
              <a:t>packOptions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脚本填充</a:t>
            </a:r>
            <a:r>
              <a:rPr lang="en-US" altLang="zh-CN" sz="1200" dirty="0" err="1" smtClean="0"/>
              <a:t>Wepy</a:t>
            </a:r>
            <a:r>
              <a:rPr lang="zh-CN" altLang="en-US" sz="1200" dirty="0" smtClean="0"/>
              <a:t>白名单，后置</a:t>
            </a:r>
            <a:r>
              <a:rPr lang="en-US" altLang="zh-CN" sz="1200" dirty="0" err="1" smtClean="0"/>
              <a:t>webpack</a:t>
            </a:r>
            <a:r>
              <a:rPr lang="zh-CN" altLang="en-US" sz="1200" dirty="0" smtClean="0"/>
              <a:t>构建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脚本自动串联两套构建工具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全局单例对象改为运行时注入至</a:t>
            </a:r>
            <a:r>
              <a:rPr lang="en-US" altLang="zh-CN" sz="1200" dirty="0" err="1" smtClean="0"/>
              <a:t>wx</a:t>
            </a:r>
            <a:r>
              <a:rPr lang="zh-CN" altLang="en-US" sz="1200" dirty="0" smtClean="0"/>
              <a:t>全局对象</a:t>
            </a:r>
            <a:endParaRPr lang="en-US" altLang="zh-CN" sz="12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 dirty="0" smtClean="0"/>
              <a:t>自动生成拆包配置，将分包内的复用代码留在分包</a:t>
            </a:r>
            <a:endParaRPr lang="zh-CN" altLang="en-US" sz="1200" dirty="0"/>
          </a:p>
        </p:txBody>
      </p:sp>
      <p:sp>
        <p:nvSpPr>
          <p:cNvPr id="11" name="右箭头 10"/>
          <p:cNvSpPr/>
          <p:nvPr/>
        </p:nvSpPr>
        <p:spPr>
          <a:xfrm>
            <a:off x="4724400" y="3188047"/>
            <a:ext cx="5334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711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81000" y="590550"/>
            <a:ext cx="58674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更自动化的方式</a:t>
            </a:r>
            <a:endParaRPr lang="en-US" altLang="zh-CN" sz="3000" b="1" spc="14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2" descr="http://nvwa.hikvision.com.cn/download/attachments/694095259/image2025-3-20%2011%3A0%3A13.png?version=1&amp;modificationDate=1742439586000&amp;api=v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158221"/>
            <a:ext cx="4419600" cy="4827489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1042" y="1504950"/>
            <a:ext cx="364234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一</a:t>
            </a:r>
            <a:r>
              <a:rPr lang="zh-CN" altLang="en-US" sz="1400" dirty="0" smtClean="0"/>
              <a:t>键 </a:t>
            </a:r>
            <a:r>
              <a:rPr lang="en-US" altLang="zh-CN" sz="1400" dirty="0" err="1" smtClean="0"/>
              <a:t>pnpm</a:t>
            </a:r>
            <a:r>
              <a:rPr lang="en-US" altLang="zh-CN" sz="1400" dirty="0" smtClean="0"/>
              <a:t> dev</a:t>
            </a:r>
            <a:r>
              <a:rPr lang="zh-CN" altLang="en-US" sz="1400" dirty="0" smtClean="0"/>
              <a:t>，全流程自动化且有提示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项目代码结构</a:t>
            </a:r>
            <a:r>
              <a:rPr lang="en-US" altLang="zh-CN" sz="1400" dirty="0" smtClean="0"/>
              <a:t>0</a:t>
            </a:r>
            <a:r>
              <a:rPr lang="zh-CN" altLang="en-US" sz="1400" dirty="0" smtClean="0"/>
              <a:t>改动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开发</a:t>
            </a:r>
            <a:r>
              <a:rPr lang="zh-CN" altLang="en-US" sz="1400" dirty="0" smtClean="0"/>
              <a:t>者无需关注实现方式</a:t>
            </a:r>
            <a:endParaRPr lang="en-US" altLang="zh-CN" sz="1400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16" y="2895687"/>
            <a:ext cx="3408892" cy="8063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575" y="3945501"/>
            <a:ext cx="4162425" cy="69465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4455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657600" y="175155"/>
            <a:ext cx="58674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3000" b="1" spc="14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最终成效</a:t>
            </a:r>
            <a:endParaRPr lang="en-US" altLang="zh-CN" sz="3000" b="1" spc="14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2" descr="http://nvwa.hikvision.com.cn/download/attachments/694095259/image2025-3-20%2011%3A0%3A13.png?version=1&amp;modificationDate=1742439586000&amp;api=v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133600" y="2190750"/>
            <a:ext cx="539602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更</a:t>
            </a:r>
            <a:r>
              <a:rPr lang="zh-CN" altLang="en-US" sz="1400" dirty="0" smtClean="0"/>
              <a:t>高效的包体。利用</a:t>
            </a:r>
            <a:r>
              <a:rPr lang="en-US" altLang="zh-CN" sz="1400" dirty="0" err="1" smtClean="0"/>
              <a:t>webpack</a:t>
            </a:r>
            <a:r>
              <a:rPr lang="zh-CN" altLang="en-US" sz="1400" dirty="0"/>
              <a:t>拆</a:t>
            </a:r>
            <a:r>
              <a:rPr lang="zh-CN" altLang="en-US" sz="1400" dirty="0" smtClean="0"/>
              <a:t>包、</a:t>
            </a:r>
            <a:r>
              <a:rPr lang="en-US" altLang="zh-CN" sz="1400" dirty="0" smtClean="0"/>
              <a:t>tree-shaking</a:t>
            </a:r>
            <a:r>
              <a:rPr lang="zh-CN" altLang="en-US" sz="1400" dirty="0" smtClean="0"/>
              <a:t>，减少约</a:t>
            </a:r>
            <a:r>
              <a:rPr lang="en-US" altLang="zh-CN" sz="1400" dirty="0" smtClean="0"/>
              <a:t>10%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更</a:t>
            </a:r>
            <a:r>
              <a:rPr lang="zh-CN" altLang="en-US" sz="1400" dirty="0" smtClean="0"/>
              <a:t>高效的运行时。减少了</a:t>
            </a:r>
            <a:r>
              <a:rPr lang="en-US" altLang="zh-CN" sz="1400" dirty="0" err="1" smtClean="0"/>
              <a:t>js</a:t>
            </a:r>
            <a:r>
              <a:rPr lang="zh-CN" altLang="en-US" sz="1400" dirty="0" smtClean="0"/>
              <a:t>文件中</a:t>
            </a:r>
            <a:r>
              <a:rPr lang="en-US" altLang="zh-CN" sz="1400" dirty="0" err="1" smtClean="0"/>
              <a:t>wepy</a:t>
            </a:r>
            <a:r>
              <a:rPr lang="zh-CN" altLang="en-US" sz="1400" dirty="0" smtClean="0"/>
              <a:t>运行时的占用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更快的打包构建速度</a:t>
            </a:r>
            <a:endParaRPr lang="en-US" altLang="zh-CN" sz="1400" dirty="0" smtClean="0"/>
          </a:p>
          <a:p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242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sz="2800" dirty="0" smtClean="0"/>
              <a:t>阶段性计划</a:t>
            </a:r>
            <a:endParaRPr lang="zh-CN" altLang="en-US" sz="280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>
          <a:xfrm>
            <a:off x="3328035" y="3620770"/>
            <a:ext cx="2511425" cy="579120"/>
          </a:xfrm>
        </p:spPr>
        <p:txBody>
          <a:bodyPr/>
          <a:lstStyle/>
          <a:p>
            <a:r>
              <a:rPr lang="zh-CN" altLang="en-US" dirty="0" smtClean="0"/>
              <a:t>进一步的优化</a:t>
            </a:r>
            <a:endParaRPr lang="zh-CN" altLang="en-US" dirty="0"/>
          </a:p>
        </p:txBody>
      </p:sp>
      <p:cxnSp>
        <p:nvCxnSpPr>
          <p:cNvPr id="4" name="Straight Connector 25"/>
          <p:cNvCxnSpPr/>
          <p:nvPr/>
        </p:nvCxnSpPr>
        <p:spPr bwMode="auto">
          <a:xfrm flipH="1">
            <a:off x="5839337" y="3173384"/>
            <a:ext cx="1" cy="419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25"/>
          <p:cNvCxnSpPr/>
          <p:nvPr/>
        </p:nvCxnSpPr>
        <p:spPr bwMode="auto">
          <a:xfrm flipH="1">
            <a:off x="3304663" y="3158262"/>
            <a:ext cx="1" cy="41995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8"/>
          <p:cNvSpPr/>
          <p:nvPr/>
        </p:nvSpPr>
        <p:spPr>
          <a:xfrm>
            <a:off x="3689350" y="1123950"/>
            <a:ext cx="1765300" cy="1766888"/>
          </a:xfrm>
          <a:prstGeom prst="ellipse">
            <a:avLst/>
          </a:prstGeom>
          <a:solidFill>
            <a:srgbClr val="00A0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zh-CN" altLang="zh-CN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ource Han Sans CN Medium" charset="-122"/>
            </a:endParaRPr>
          </a:p>
        </p:txBody>
      </p:sp>
      <p:sp>
        <p:nvSpPr>
          <p:cNvPr id="7" name="Oval 38"/>
          <p:cNvSpPr/>
          <p:nvPr/>
        </p:nvSpPr>
        <p:spPr>
          <a:xfrm>
            <a:off x="3803950" y="1239344"/>
            <a:ext cx="1536101" cy="1536101"/>
          </a:xfrm>
          <a:prstGeom prst="ellipse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213622" y="1672287"/>
            <a:ext cx="716756" cy="670214"/>
            <a:chOff x="7729538" y="1298575"/>
            <a:chExt cx="366712" cy="342900"/>
          </a:xfrm>
          <a:solidFill>
            <a:schemeClr val="bg1"/>
          </a:solidFill>
        </p:grpSpPr>
        <p:sp>
          <p:nvSpPr>
            <p:cNvPr id="9" name="AutoShape 69"/>
            <p:cNvSpPr/>
            <p:nvPr/>
          </p:nvSpPr>
          <p:spPr bwMode="auto">
            <a:xfrm>
              <a:off x="7729538" y="1298575"/>
              <a:ext cx="366712" cy="3429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223" y="5760"/>
                  </a:moveTo>
                  <a:lnTo>
                    <a:pt x="17548" y="5760"/>
                  </a:lnTo>
                  <a:cubicBezTo>
                    <a:pt x="16804" y="5760"/>
                    <a:pt x="16198" y="5114"/>
                    <a:pt x="16198" y="4320"/>
                  </a:cubicBezTo>
                  <a:lnTo>
                    <a:pt x="16200" y="4320"/>
                  </a:lnTo>
                  <a:lnTo>
                    <a:pt x="16200" y="1440"/>
                  </a:lnTo>
                  <a:lnTo>
                    <a:pt x="20250" y="5760"/>
                  </a:lnTo>
                  <a:cubicBezTo>
                    <a:pt x="20250" y="5760"/>
                    <a:pt x="18223" y="5760"/>
                    <a:pt x="18223" y="5760"/>
                  </a:cubicBezTo>
                  <a:close/>
                  <a:moveTo>
                    <a:pt x="20250" y="19440"/>
                  </a:moveTo>
                  <a:cubicBezTo>
                    <a:pt x="20250" y="19837"/>
                    <a:pt x="19948" y="20160"/>
                    <a:pt x="19575" y="20160"/>
                  </a:cubicBezTo>
                  <a:lnTo>
                    <a:pt x="2024" y="20160"/>
                  </a:lnTo>
                  <a:cubicBezTo>
                    <a:pt x="1651" y="20160"/>
                    <a:pt x="1349" y="19837"/>
                    <a:pt x="1349" y="19440"/>
                  </a:cubicBezTo>
                  <a:lnTo>
                    <a:pt x="1349" y="2160"/>
                  </a:lnTo>
                  <a:cubicBezTo>
                    <a:pt x="1349" y="1762"/>
                    <a:pt x="1651" y="1440"/>
                    <a:pt x="2024" y="1440"/>
                  </a:cubicBezTo>
                  <a:lnTo>
                    <a:pt x="15525" y="1440"/>
                  </a:lnTo>
                  <a:lnTo>
                    <a:pt x="15525" y="4320"/>
                  </a:lnTo>
                  <a:lnTo>
                    <a:pt x="15523" y="4320"/>
                  </a:lnTo>
                  <a:cubicBezTo>
                    <a:pt x="15523" y="5513"/>
                    <a:pt x="16430" y="6480"/>
                    <a:pt x="17548" y="6480"/>
                  </a:cubicBezTo>
                  <a:lnTo>
                    <a:pt x="18223" y="6480"/>
                  </a:lnTo>
                  <a:lnTo>
                    <a:pt x="20250" y="6480"/>
                  </a:lnTo>
                  <a:cubicBezTo>
                    <a:pt x="20250" y="6480"/>
                    <a:pt x="20250" y="19440"/>
                    <a:pt x="20250" y="19440"/>
                  </a:cubicBezTo>
                  <a:close/>
                  <a:moveTo>
                    <a:pt x="21204" y="4741"/>
                  </a:moveTo>
                  <a:lnTo>
                    <a:pt x="17154" y="421"/>
                  </a:lnTo>
                  <a:cubicBezTo>
                    <a:pt x="16901" y="151"/>
                    <a:pt x="16557" y="0"/>
                    <a:pt x="16200" y="0"/>
                  </a:cubicBezTo>
                  <a:lnTo>
                    <a:pt x="2024" y="0"/>
                  </a:lnTo>
                  <a:cubicBezTo>
                    <a:pt x="908" y="0"/>
                    <a:pt x="0" y="968"/>
                    <a:pt x="0" y="2160"/>
                  </a:cubicBezTo>
                  <a:lnTo>
                    <a:pt x="0" y="19440"/>
                  </a:lnTo>
                  <a:cubicBezTo>
                    <a:pt x="0" y="20631"/>
                    <a:pt x="908" y="21600"/>
                    <a:pt x="2024" y="21600"/>
                  </a:cubicBezTo>
                  <a:lnTo>
                    <a:pt x="19575" y="21600"/>
                  </a:lnTo>
                  <a:cubicBezTo>
                    <a:pt x="20691" y="21600"/>
                    <a:pt x="21599" y="20631"/>
                    <a:pt x="21599" y="19440"/>
                  </a:cubicBezTo>
                  <a:lnTo>
                    <a:pt x="21599" y="5760"/>
                  </a:lnTo>
                  <a:cubicBezTo>
                    <a:pt x="21599" y="5378"/>
                    <a:pt x="21457" y="5011"/>
                    <a:pt x="21204" y="4741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0" name="AutoShape 70"/>
            <p:cNvSpPr/>
            <p:nvPr/>
          </p:nvSpPr>
          <p:spPr bwMode="auto">
            <a:xfrm>
              <a:off x="7900988" y="1366838"/>
              <a:ext cx="69850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1" name="AutoShape 71"/>
            <p:cNvSpPr/>
            <p:nvPr/>
          </p:nvSpPr>
          <p:spPr bwMode="auto">
            <a:xfrm>
              <a:off x="7900988" y="1401763"/>
              <a:ext cx="69850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800" y="21599"/>
                  </a:moveTo>
                  <a:lnTo>
                    <a:pt x="19800" y="21599"/>
                  </a:lnTo>
                  <a:cubicBezTo>
                    <a:pt x="20791" y="21599"/>
                    <a:pt x="21600" y="16769"/>
                    <a:pt x="21600" y="10800"/>
                  </a:cubicBezTo>
                  <a:cubicBezTo>
                    <a:pt x="21600" y="4830"/>
                    <a:pt x="20791" y="0"/>
                    <a:pt x="19800" y="0"/>
                  </a:cubicBezTo>
                  <a:lnTo>
                    <a:pt x="1800" y="0"/>
                  </a:lnTo>
                  <a:cubicBezTo>
                    <a:pt x="801" y="0"/>
                    <a:pt x="0" y="4830"/>
                    <a:pt x="0" y="10800"/>
                  </a:cubicBezTo>
                  <a:cubicBezTo>
                    <a:pt x="0" y="16769"/>
                    <a:pt x="801" y="21599"/>
                    <a:pt x="1800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2" name="AutoShape 72"/>
            <p:cNvSpPr/>
            <p:nvPr/>
          </p:nvSpPr>
          <p:spPr bwMode="auto">
            <a:xfrm>
              <a:off x="7900988" y="1435100"/>
              <a:ext cx="149225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cubicBezTo>
                    <a:pt x="0" y="16769"/>
                    <a:pt x="369" y="21599"/>
                    <a:pt x="830" y="21599"/>
                  </a:cubicBezTo>
                  <a:lnTo>
                    <a:pt x="20769" y="21599"/>
                  </a:lnTo>
                  <a:cubicBezTo>
                    <a:pt x="21226" y="21599"/>
                    <a:pt x="21600" y="16769"/>
                    <a:pt x="21600" y="10800"/>
                  </a:cubicBezTo>
                  <a:cubicBezTo>
                    <a:pt x="21600" y="4830"/>
                    <a:pt x="21226" y="0"/>
                    <a:pt x="20769" y="0"/>
                  </a:cubicBezTo>
                  <a:lnTo>
                    <a:pt x="830" y="0"/>
                  </a:lnTo>
                  <a:cubicBezTo>
                    <a:pt x="369" y="0"/>
                    <a:pt x="0" y="4830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3" name="AutoShape 73"/>
            <p:cNvSpPr/>
            <p:nvPr/>
          </p:nvSpPr>
          <p:spPr bwMode="auto">
            <a:xfrm>
              <a:off x="7775575" y="1504950"/>
              <a:ext cx="274638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4" name="AutoShape 74"/>
            <p:cNvSpPr/>
            <p:nvPr/>
          </p:nvSpPr>
          <p:spPr bwMode="auto">
            <a:xfrm>
              <a:off x="7775575" y="1538288"/>
              <a:ext cx="274638" cy="12700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5" name="AutoShape 75"/>
            <p:cNvSpPr/>
            <p:nvPr/>
          </p:nvSpPr>
          <p:spPr bwMode="auto">
            <a:xfrm>
              <a:off x="7775575" y="1573213"/>
              <a:ext cx="274638" cy="1111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48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48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6" name="AutoShape 76"/>
            <p:cNvSpPr/>
            <p:nvPr/>
          </p:nvSpPr>
          <p:spPr bwMode="auto">
            <a:xfrm>
              <a:off x="7775575" y="1470025"/>
              <a:ext cx="274638" cy="111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150" y="0"/>
                  </a:moveTo>
                  <a:lnTo>
                    <a:pt x="449" y="0"/>
                  </a:lnTo>
                  <a:cubicBezTo>
                    <a:pt x="201" y="0"/>
                    <a:pt x="0" y="4830"/>
                    <a:pt x="0" y="10800"/>
                  </a:cubicBezTo>
                  <a:cubicBezTo>
                    <a:pt x="0" y="16769"/>
                    <a:pt x="201" y="21599"/>
                    <a:pt x="449" y="21599"/>
                  </a:cubicBezTo>
                  <a:lnTo>
                    <a:pt x="21150" y="21599"/>
                  </a:lnTo>
                  <a:cubicBezTo>
                    <a:pt x="21397" y="21599"/>
                    <a:pt x="21599" y="16769"/>
                    <a:pt x="21599" y="10800"/>
                  </a:cubicBezTo>
                  <a:cubicBezTo>
                    <a:pt x="21599" y="4830"/>
                    <a:pt x="21397" y="0"/>
                    <a:pt x="21150" y="0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  <p:sp>
          <p:nvSpPr>
            <p:cNvPr id="17" name="AutoShape 77"/>
            <p:cNvSpPr/>
            <p:nvPr/>
          </p:nvSpPr>
          <p:spPr bwMode="auto">
            <a:xfrm>
              <a:off x="7775575" y="1355725"/>
              <a:ext cx="103188" cy="920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4799" y="5400"/>
                  </a:moveTo>
                  <a:lnTo>
                    <a:pt x="16800" y="5400"/>
                  </a:lnTo>
                  <a:lnTo>
                    <a:pt x="16800" y="16200"/>
                  </a:lnTo>
                  <a:lnTo>
                    <a:pt x="4799" y="16200"/>
                  </a:lnTo>
                  <a:cubicBezTo>
                    <a:pt x="4799" y="16200"/>
                    <a:pt x="4799" y="5400"/>
                    <a:pt x="4799" y="5400"/>
                  </a:cubicBezTo>
                  <a:close/>
                  <a:moveTo>
                    <a:pt x="2399" y="21599"/>
                  </a:moveTo>
                  <a:lnTo>
                    <a:pt x="19200" y="21599"/>
                  </a:lnTo>
                  <a:cubicBezTo>
                    <a:pt x="20526" y="21599"/>
                    <a:pt x="21599" y="20392"/>
                    <a:pt x="21599" y="18900"/>
                  </a:cubicBezTo>
                  <a:lnTo>
                    <a:pt x="21599" y="2700"/>
                  </a:lnTo>
                  <a:cubicBezTo>
                    <a:pt x="21599" y="1207"/>
                    <a:pt x="20526" y="0"/>
                    <a:pt x="19200" y="0"/>
                  </a:cubicBezTo>
                  <a:lnTo>
                    <a:pt x="2399" y="0"/>
                  </a:lnTo>
                  <a:cubicBezTo>
                    <a:pt x="1073" y="0"/>
                    <a:pt x="0" y="1207"/>
                    <a:pt x="0" y="2700"/>
                  </a:cubicBezTo>
                  <a:lnTo>
                    <a:pt x="0" y="18900"/>
                  </a:lnTo>
                  <a:cubicBezTo>
                    <a:pt x="0" y="20392"/>
                    <a:pt x="1073" y="21599"/>
                    <a:pt x="2399" y="21599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38100" tIns="38100" rIns="38100" bIns="38100" anchor="ctr"/>
            <a:lstStyle>
              <a:lvl1pPr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4572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Source Han Sans CN Medium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748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657600" y="175155"/>
            <a:ext cx="5867400" cy="571500"/>
          </a:xfrm>
          <a:prstGeom prst="rect">
            <a:avLst/>
          </a:prstGeom>
          <a:noFill/>
        </p:spPr>
        <p:txBody>
          <a:bodyPr wrap="square" lIns="47625" tIns="19050" rIns="47625" bIns="19050" rtlCol="0" anchor="ctr" anchorCtr="0">
            <a:no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altLang="zh-CN" sz="3000" b="1" spc="140" dirty="0" smtClean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AutoShape 2" descr="http://nvwa.hikvision.com.cn/download/attachments/694095259/image2025-3-20%2011%3A0%3A13.png?version=1&amp;modificationDate=1742439586000&amp;api=v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24000" y="2419350"/>
            <a:ext cx="61526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hlinkClick r:id="rId4"/>
              </a:rPr>
              <a:t>【2025-03-12】</a:t>
            </a:r>
            <a:r>
              <a:rPr lang="zh-CN" altLang="en-US" sz="1400" dirty="0">
                <a:hlinkClick r:id="rId4"/>
              </a:rPr>
              <a:t>小程序冷启动耗时优化方案设计 </a:t>
            </a:r>
            <a:r>
              <a:rPr lang="en-US" altLang="zh-CN" sz="1400" dirty="0">
                <a:hlinkClick r:id="rId4"/>
              </a:rPr>
              <a:t>- 09 </a:t>
            </a:r>
            <a:r>
              <a:rPr lang="zh-CN" altLang="en-US" sz="1400" dirty="0">
                <a:hlinkClick r:id="rId4"/>
              </a:rPr>
              <a:t>电商应用部 </a:t>
            </a:r>
            <a:r>
              <a:rPr lang="en-US" altLang="zh-CN" sz="1400" dirty="0">
                <a:hlinkClick r:id="rId4"/>
              </a:rPr>
              <a:t>- </a:t>
            </a:r>
            <a:r>
              <a:rPr lang="zh-CN" altLang="en-US" sz="1400" dirty="0">
                <a:hlinkClick r:id="rId4"/>
              </a:rPr>
              <a:t>萤石科技</a:t>
            </a:r>
            <a:endParaRPr lang="en-US" altLang="zh-CN" sz="14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 smtClean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33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95599" y="1581150"/>
            <a:ext cx="3867150" cy="696912"/>
          </a:xfrm>
        </p:spPr>
        <p:txBody>
          <a:bodyPr/>
          <a:lstStyle/>
          <a:p>
            <a:r>
              <a:rPr lang="zh-CN" altLang="en-US" dirty="0"/>
              <a:t>谢谢！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2525079" y="4476750"/>
            <a:ext cx="4093843" cy="457200"/>
          </a:xfrm>
        </p:spPr>
        <p:txBody>
          <a:bodyPr/>
          <a:lstStyle/>
          <a:p>
            <a:r>
              <a:rPr lang="en-US" altLang="zh-CN" dirty="0" smtClean="0"/>
              <a:t>2024</a:t>
            </a:r>
            <a:r>
              <a:rPr lang="zh-CN" altLang="en-US" dirty="0" smtClean="0"/>
              <a:t>年</a:t>
            </a:r>
            <a:r>
              <a:rPr lang="en-US" altLang="zh-CN" dirty="0"/>
              <a:t>7</a:t>
            </a:r>
            <a:r>
              <a:rPr lang="zh-CN" altLang="en-US" dirty="0" smtClean="0"/>
              <a:t>月</a:t>
            </a:r>
            <a:r>
              <a:rPr lang="en-US" altLang="zh-CN" dirty="0" smtClean="0"/>
              <a:t>16</a:t>
            </a:r>
            <a:r>
              <a:rPr lang="zh-CN" altLang="en-US" dirty="0" smtClean="0"/>
              <a:t>日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2"/>
          </p:nvPr>
        </p:nvSpPr>
        <p:spPr>
          <a:xfrm>
            <a:off x="2677160" y="3867150"/>
            <a:ext cx="3941445" cy="457200"/>
          </a:xfrm>
        </p:spPr>
        <p:txBody>
          <a:bodyPr/>
          <a:lstStyle/>
          <a:p>
            <a:r>
              <a:rPr lang="zh-CN" altLang="en-US" sz="1600"/>
              <a:t>王俊然</a:t>
            </a:r>
            <a:r>
              <a:rPr lang="en-US" altLang="zh-CN" sz="1600"/>
              <a:t>  </a:t>
            </a:r>
            <a:r>
              <a:rPr lang="zh-CN" altLang="en-US" sz="1600"/>
              <a:t>前端开发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436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12*540"/>
  <p:tag name="KSO_WM_SLIDE_POSITION" val="48*0"/>
  <p:tag name="KSO_WM_TAG_VERSION" val="1.0"/>
  <p:tag name="KSO_WM_BEAUTIFY_FLAG" val="#wm#"/>
  <p:tag name="KSO_WM_TEMPLATE_CATEGORY" val="diagram"/>
  <p:tag name="KSO_WM_TEMPLATE_INDEX" val="20214363"/>
  <p:tag name="KSO_WM_SLIDE_LAYOUT" val="a_d"/>
  <p:tag name="KSO_WM_SLIDE_LAYOUT_CNT" val="1_3"/>
  <p:tag name="KSO_WM_SLIDE_LAYOUT_INFO" val="{&quot;direction&quot;:1,&quot;id&quot;:&quot;2021-04-01T15:48:08&quot;,&quot;maxSize&quot;:{&quot;size1&quot;:66.2},&quot;minSize&quot;:{&quot;size1&quot;:50},&quot;normalSize&quot;:{&quot;size1&quot;:50.41875},&quot;subLayout&quot;:[{&quot;id&quot;:&quot;2021-04-01T15:48:08&quot;,&quot;maxSize&quot;:{&quot;size1&quot;:37.79968650073882},&quot;minSize&quot;:{&quot;size1&quot;:20.099686500738823},&quot;normalSize&quot;:{&quot;size1&quot;:20.099686500738823},&quot;subLayout&quot;:[{&quot;id&quot;:&quot;2021-04-01T15:48:08&quot;,&quot;margin&quot;:{&quot;bottom&quot;:0.02600000612437725,&quot;left&quot;:1.6929999589920044,&quot;right&quot;:1.6670000553131104,&quot;top&quot;:1.6929999589920044},&quot;type&quot;:0},{&quot;id&quot;:&quot;2021-04-01T15:48:08&quot;,&quot;margin&quot;:{&quot;bottom&quot;:1.6929999589920044,&quot;left&quot;:1.6929999589920044,&quot;right&quot;:1.6670000553131104,&quot;top&quot;:0.8199999928474426},&quot;type&quot;:0}],&quot;type&quot;:0},{&quot;backgroundInfo&quot;:[{&quot;bottom&quot;:0,&quot;bottomAbs&quot;:false,&quot;left&quot;:0,&quot;leftAbs&quot;:false,&quot;right&quot;:0,&quot;rightAbs&quot;:false,&quot;top&quot;:0,&quot;topAbs&quot;:false,&quot;type&quot;:&quot;leftRight&quot;}],&quot;id&quot;:&quot;2021-04-01T15:48:08&quot;,&quot;maxSize&quot;:{&quot;size1&quot;:48.999686500738825},&quot;minSize&quot;:{&quot;size1&quot;:37.79968650073882},&quot;normalSize&quot;:{&quot;size1&quot;:48.999686500738825},&quot;subLayout&quot;:[{&quot;id&quot;:&quot;2021-04-01T15:48:08&quot;,&quot;margin&quot;:{&quot;bottom&quot;:0.02600000612437725,&quot;left&quot;:0.8730000257492065,&quot;right&quot;:0.8460001349449158,&quot;top&quot;:0.847000002861023},&quot;type&quot;:0},{&quot;id&quot;:&quot;2021-04-01T15:48:08&quot;,&quot;margin&quot;:{&quot;bottom&quot;:0.847000002861023,&quot;left&quot;:0.8730000257492065,&quot;right&quot;:0.8460001349449158,&quot;top&quot;:0.3970000147819519},&quot;type&quot;:0}],&quot;type&quot;:0}],&quot;type&quot;:0}"/>
  <p:tag name="KSO_WM_SLIDE_BACKGROUND" val="[&quot;leftRight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8e522f67ec5bfe25c15bda"/>
  <p:tag name="KSO_WM_CHIP_FILLPROP" val="[[{&quot;text_align&quot;:&quot;lb&quot;,&quot;text_direction&quot;:&quot;horizontal&quot;,&quot;support_big_font&quot;:false,&quot;fill_id&quot;:&quot;8b38b306c0a34531b024043091844dca&quot;,&quot;fill_align&quot;:&quot;lb&quot;,&quot;chip_types&quot;:[&quot;header&quot;]},{&quot;text_align&quot;:&quot;lt&quot;,&quot;text_direction&quot;:&quot;horizontal&quot;,&quot;support_features&quot;:[&quot;collage&quot;,&quot;carousel&quot;],&quot;support_big_font&quot;:false,&quot;fill_id&quot;:&quot;56d28697e0c14a7baed8c4423051d81a&quot;,&quot;fill_align&quot;:&quot;lt&quot;,&quot;chip_types&quot;:[&quot;diagram&quot;,&quot;pictext&quot;,&quot;text&quot;,&quot;picture&quot;,&quot;chart&quot;,&quot;table&quot;]},{&quot;text_align&quot;:&quot;lb&quot;,&quot;text_direction&quot;:&quot;horizontal&quot;,&quot;support_big_font&quot;:false,&quot;fill_id&quot;:&quot;99936fb45b7341739624990d837457cb&quot;,&quot;fill_align&quot;:&quot;lb&quot;,&quot;chip_types&quot;:[&quot;picture&quot;]},{&quot;text_align&quot;:&quot;lt&quot;,&quot;text_direction&quot;:&quot;horizontal&quot;,&quot;support_big_font&quot;:false,&quot;fill_id&quot;:&quot;478e5b436668402c8d1b8b9de673549b&quot;,&quot;fill_align&quot;:&quot;lt&quot;,&quot;chip_types&quot;:[&quot;picture&quot;]}]]"/>
  <p:tag name="KSO_WM_CHIP_DECFILLPROP" val="[]"/>
  <p:tag name="KSO_WM_CHIP_GROUPID" val="5ef094fb04715a2107802696"/>
  <p:tag name="KSO_WM_SLIDE_BK_DARK_LIGHT" val="2"/>
  <p:tag name="KSO_WM_SLIDE_BACKGROUND_TYPE" val="leftRight"/>
  <p:tag name="KSO_WM_SLIDE_SUPPORT_FEATURE_TYPE" val="0"/>
  <p:tag name="KSO_WM_TEMPLATE_ASSEMBLE_XID" val="60656f734054ed1e2fb80abd"/>
  <p:tag name="KSO_WM_TEMPLATE_ASSEMBLE_GROUPID" val="60656f734054ed1e2fb80ab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4363_1*a*1"/>
  <p:tag name="KSO_WM_TEMPLATE_CATEGORY" val="diagram"/>
  <p:tag name="KSO_WM_TEMPLATE_INDEX" val="20214363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45d11f34bb04b128bb531f3c23b595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fdb9e6c7540740d4ad506105fb20e1c7"/>
  <p:tag name="KSO_WM_UNIT_TEXT_FILL_FORE_SCHEMECOLOR_INDEX_BRIGHTNESS" val="0"/>
  <p:tag name="KSO_WM_UNIT_TEXT_FILL_FORE_SCHEMECOLOR_INDEX" val="13"/>
  <p:tag name="KSO_WM_UNIT_TEXT_FILL_TYPE" val="1"/>
  <p:tag name="KSO_WM_TEMPLATE_ASSEMBLE_XID" val="60656f734054ed1e2fb80abd"/>
  <p:tag name="KSO_WM_TEMPLATE_ASSEMBLE_GROUPID" val="60656f734054ed1e2fb80ab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436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12*540"/>
  <p:tag name="KSO_WM_SLIDE_POSITION" val="48*0"/>
  <p:tag name="KSO_WM_TAG_VERSION" val="1.0"/>
  <p:tag name="KSO_WM_BEAUTIFY_FLAG" val="#wm#"/>
  <p:tag name="KSO_WM_TEMPLATE_CATEGORY" val="diagram"/>
  <p:tag name="KSO_WM_TEMPLATE_INDEX" val="20214363"/>
  <p:tag name="KSO_WM_SLIDE_LAYOUT" val="a_d"/>
  <p:tag name="KSO_WM_SLIDE_LAYOUT_CNT" val="1_3"/>
  <p:tag name="KSO_WM_SLIDE_LAYOUT_INFO" val="{&quot;direction&quot;:1,&quot;id&quot;:&quot;2021-04-01T15:48:08&quot;,&quot;maxSize&quot;:{&quot;size1&quot;:66.2},&quot;minSize&quot;:{&quot;size1&quot;:50},&quot;normalSize&quot;:{&quot;size1&quot;:50.41875},&quot;subLayout&quot;:[{&quot;id&quot;:&quot;2021-04-01T15:48:08&quot;,&quot;maxSize&quot;:{&quot;size1&quot;:37.79968650073882},&quot;minSize&quot;:{&quot;size1&quot;:20.099686500738823},&quot;normalSize&quot;:{&quot;size1&quot;:20.099686500738823},&quot;subLayout&quot;:[{&quot;id&quot;:&quot;2021-04-01T15:48:08&quot;,&quot;margin&quot;:{&quot;bottom&quot;:0.02600000612437725,&quot;left&quot;:1.6929999589920044,&quot;right&quot;:1.6670000553131104,&quot;top&quot;:1.6929999589920044},&quot;type&quot;:0},{&quot;id&quot;:&quot;2021-04-01T15:48:08&quot;,&quot;margin&quot;:{&quot;bottom&quot;:1.6929999589920044,&quot;left&quot;:1.6929999589920044,&quot;right&quot;:1.6670000553131104,&quot;top&quot;:0.8199999928474426},&quot;type&quot;:0}],&quot;type&quot;:0},{&quot;backgroundInfo&quot;:[{&quot;bottom&quot;:0,&quot;bottomAbs&quot;:false,&quot;left&quot;:0,&quot;leftAbs&quot;:false,&quot;right&quot;:0,&quot;rightAbs&quot;:false,&quot;top&quot;:0,&quot;topAbs&quot;:false,&quot;type&quot;:&quot;leftRight&quot;}],&quot;id&quot;:&quot;2021-04-01T15:48:08&quot;,&quot;maxSize&quot;:{&quot;size1&quot;:48.999686500738825},&quot;minSize&quot;:{&quot;size1&quot;:37.79968650073882},&quot;normalSize&quot;:{&quot;size1&quot;:48.999686500738825},&quot;subLayout&quot;:[{&quot;id&quot;:&quot;2021-04-01T15:48:08&quot;,&quot;margin&quot;:{&quot;bottom&quot;:0.02600000612437725,&quot;left&quot;:0.8730000257492065,&quot;right&quot;:0.8460001349449158,&quot;top&quot;:0.847000002861023},&quot;type&quot;:0},{&quot;id&quot;:&quot;2021-04-01T15:48:08&quot;,&quot;margin&quot;:{&quot;bottom&quot;:0.847000002861023,&quot;left&quot;:0.8730000257492065,&quot;right&quot;:0.8460001349449158,&quot;top&quot;:0.3970000147819519},&quot;type&quot;:0}],&quot;type&quot;:0}],&quot;type&quot;:0}"/>
  <p:tag name="KSO_WM_SLIDE_BACKGROUND" val="[&quot;leftRight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8e522f67ec5bfe25c15bda"/>
  <p:tag name="KSO_WM_CHIP_FILLPROP" val="[[{&quot;text_align&quot;:&quot;lb&quot;,&quot;text_direction&quot;:&quot;horizontal&quot;,&quot;support_big_font&quot;:false,&quot;fill_id&quot;:&quot;8b38b306c0a34531b024043091844dca&quot;,&quot;fill_align&quot;:&quot;lb&quot;,&quot;chip_types&quot;:[&quot;header&quot;]},{&quot;text_align&quot;:&quot;lt&quot;,&quot;text_direction&quot;:&quot;horizontal&quot;,&quot;support_features&quot;:[&quot;collage&quot;,&quot;carousel&quot;],&quot;support_big_font&quot;:false,&quot;fill_id&quot;:&quot;56d28697e0c14a7baed8c4423051d81a&quot;,&quot;fill_align&quot;:&quot;lt&quot;,&quot;chip_types&quot;:[&quot;diagram&quot;,&quot;pictext&quot;,&quot;text&quot;,&quot;picture&quot;,&quot;chart&quot;,&quot;table&quot;]},{&quot;text_align&quot;:&quot;lb&quot;,&quot;text_direction&quot;:&quot;horizontal&quot;,&quot;support_big_font&quot;:false,&quot;fill_id&quot;:&quot;99936fb45b7341739624990d837457cb&quot;,&quot;fill_align&quot;:&quot;lb&quot;,&quot;chip_types&quot;:[&quot;picture&quot;]},{&quot;text_align&quot;:&quot;lt&quot;,&quot;text_direction&quot;:&quot;horizontal&quot;,&quot;support_big_font&quot;:false,&quot;fill_id&quot;:&quot;478e5b436668402c8d1b8b9de673549b&quot;,&quot;fill_align&quot;:&quot;lt&quot;,&quot;chip_types&quot;:[&quot;picture&quot;]}]]"/>
  <p:tag name="KSO_WM_CHIP_DECFILLPROP" val="[]"/>
  <p:tag name="KSO_WM_CHIP_GROUPID" val="5ef094fb04715a2107802696"/>
  <p:tag name="KSO_WM_SLIDE_BK_DARK_LIGHT" val="2"/>
  <p:tag name="KSO_WM_SLIDE_BACKGROUND_TYPE" val="leftRight"/>
  <p:tag name="KSO_WM_SLIDE_SUPPORT_FEATURE_TYPE" val="0"/>
  <p:tag name="KSO_WM_TEMPLATE_ASSEMBLE_XID" val="60656f734054ed1e2fb80abd"/>
  <p:tag name="KSO_WM_TEMPLATE_ASSEMBLE_GROUPID" val="60656f734054ed1e2fb80ab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4363_1*a*1"/>
  <p:tag name="KSO_WM_TEMPLATE_CATEGORY" val="diagram"/>
  <p:tag name="KSO_WM_TEMPLATE_INDEX" val="20214363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45d11f34bb04b128bb531f3c23b595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fdb9e6c7540740d4ad506105fb20e1c7"/>
  <p:tag name="KSO_WM_UNIT_TEXT_FILL_FORE_SCHEMECOLOR_INDEX_BRIGHTNESS" val="0"/>
  <p:tag name="KSO_WM_UNIT_TEXT_FILL_FORE_SCHEMECOLOR_INDEX" val="13"/>
  <p:tag name="KSO_WM_UNIT_TEXT_FILL_TYPE" val="1"/>
  <p:tag name="KSO_WM_TEMPLATE_ASSEMBLE_XID" val="60656f734054ed1e2fb80abd"/>
  <p:tag name="KSO_WM_TEMPLATE_ASSEMBLE_GROUPID" val="60656f734054ed1e2fb80ab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436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12*540"/>
  <p:tag name="KSO_WM_SLIDE_POSITION" val="48*0"/>
  <p:tag name="KSO_WM_TAG_VERSION" val="1.0"/>
  <p:tag name="KSO_WM_BEAUTIFY_FLAG" val="#wm#"/>
  <p:tag name="KSO_WM_TEMPLATE_CATEGORY" val="diagram"/>
  <p:tag name="KSO_WM_TEMPLATE_INDEX" val="20214363"/>
  <p:tag name="KSO_WM_SLIDE_LAYOUT" val="a_d"/>
  <p:tag name="KSO_WM_SLIDE_LAYOUT_CNT" val="1_3"/>
  <p:tag name="KSO_WM_SLIDE_LAYOUT_INFO" val="{&quot;direction&quot;:1,&quot;id&quot;:&quot;2021-04-01T15:48:08&quot;,&quot;maxSize&quot;:{&quot;size1&quot;:66.2},&quot;minSize&quot;:{&quot;size1&quot;:50},&quot;normalSize&quot;:{&quot;size1&quot;:50.41875},&quot;subLayout&quot;:[{&quot;id&quot;:&quot;2021-04-01T15:48:08&quot;,&quot;maxSize&quot;:{&quot;size1&quot;:37.79968650073882},&quot;minSize&quot;:{&quot;size1&quot;:20.099686500738823},&quot;normalSize&quot;:{&quot;size1&quot;:20.099686500738823},&quot;subLayout&quot;:[{&quot;id&quot;:&quot;2021-04-01T15:48:08&quot;,&quot;margin&quot;:{&quot;bottom&quot;:0.02600000612437725,&quot;left&quot;:1.6929999589920044,&quot;right&quot;:1.6670000553131104,&quot;top&quot;:1.6929999589920044},&quot;type&quot;:0},{&quot;id&quot;:&quot;2021-04-01T15:48:08&quot;,&quot;margin&quot;:{&quot;bottom&quot;:1.6929999589920044,&quot;left&quot;:1.6929999589920044,&quot;right&quot;:1.6670000553131104,&quot;top&quot;:0.8199999928474426},&quot;type&quot;:0}],&quot;type&quot;:0},{&quot;backgroundInfo&quot;:[{&quot;bottom&quot;:0,&quot;bottomAbs&quot;:false,&quot;left&quot;:0,&quot;leftAbs&quot;:false,&quot;right&quot;:0,&quot;rightAbs&quot;:false,&quot;top&quot;:0,&quot;topAbs&quot;:false,&quot;type&quot;:&quot;leftRight&quot;}],&quot;id&quot;:&quot;2021-04-01T15:48:08&quot;,&quot;maxSize&quot;:{&quot;size1&quot;:48.999686500738825},&quot;minSize&quot;:{&quot;size1&quot;:37.79968650073882},&quot;normalSize&quot;:{&quot;size1&quot;:48.999686500738825},&quot;subLayout&quot;:[{&quot;id&quot;:&quot;2021-04-01T15:48:08&quot;,&quot;margin&quot;:{&quot;bottom&quot;:0.02600000612437725,&quot;left&quot;:0.8730000257492065,&quot;right&quot;:0.8460001349449158,&quot;top&quot;:0.847000002861023},&quot;type&quot;:0},{&quot;id&quot;:&quot;2021-04-01T15:48:08&quot;,&quot;margin&quot;:{&quot;bottom&quot;:0.847000002861023,&quot;left&quot;:0.8730000257492065,&quot;right&quot;:0.8460001349449158,&quot;top&quot;:0.3970000147819519},&quot;type&quot;:0}],&quot;type&quot;:0}],&quot;type&quot;:0}"/>
  <p:tag name="KSO_WM_SLIDE_BACKGROUND" val="[&quot;leftRight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8e522f67ec5bfe25c15bda"/>
  <p:tag name="KSO_WM_CHIP_FILLPROP" val="[[{&quot;text_align&quot;:&quot;lb&quot;,&quot;text_direction&quot;:&quot;horizontal&quot;,&quot;support_big_font&quot;:false,&quot;fill_id&quot;:&quot;8b38b306c0a34531b024043091844dca&quot;,&quot;fill_align&quot;:&quot;lb&quot;,&quot;chip_types&quot;:[&quot;header&quot;]},{&quot;text_align&quot;:&quot;lt&quot;,&quot;text_direction&quot;:&quot;horizontal&quot;,&quot;support_features&quot;:[&quot;collage&quot;,&quot;carousel&quot;],&quot;support_big_font&quot;:false,&quot;fill_id&quot;:&quot;56d28697e0c14a7baed8c4423051d81a&quot;,&quot;fill_align&quot;:&quot;lt&quot;,&quot;chip_types&quot;:[&quot;diagram&quot;,&quot;pictext&quot;,&quot;text&quot;,&quot;picture&quot;,&quot;chart&quot;,&quot;table&quot;]},{&quot;text_align&quot;:&quot;lb&quot;,&quot;text_direction&quot;:&quot;horizontal&quot;,&quot;support_big_font&quot;:false,&quot;fill_id&quot;:&quot;99936fb45b7341739624990d837457cb&quot;,&quot;fill_align&quot;:&quot;lb&quot;,&quot;chip_types&quot;:[&quot;picture&quot;]},{&quot;text_align&quot;:&quot;lt&quot;,&quot;text_direction&quot;:&quot;horizontal&quot;,&quot;support_big_font&quot;:false,&quot;fill_id&quot;:&quot;478e5b436668402c8d1b8b9de673549b&quot;,&quot;fill_align&quot;:&quot;lt&quot;,&quot;chip_types&quot;:[&quot;picture&quot;]}]]"/>
  <p:tag name="KSO_WM_CHIP_DECFILLPROP" val="[]"/>
  <p:tag name="KSO_WM_CHIP_GROUPID" val="5ef094fb04715a2107802696"/>
  <p:tag name="KSO_WM_SLIDE_BK_DARK_LIGHT" val="2"/>
  <p:tag name="KSO_WM_SLIDE_BACKGROUND_TYPE" val="leftRight"/>
  <p:tag name="KSO_WM_SLIDE_SUPPORT_FEATURE_TYPE" val="0"/>
  <p:tag name="KSO_WM_TEMPLATE_ASSEMBLE_XID" val="60656f734054ed1e2fb80abd"/>
  <p:tag name="KSO_WM_TEMPLATE_ASSEMBLE_GROUPID" val="60656f734054ed1e2fb80ab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4363_1*a*1"/>
  <p:tag name="KSO_WM_TEMPLATE_CATEGORY" val="diagram"/>
  <p:tag name="KSO_WM_TEMPLATE_INDEX" val="20214363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45d11f34bb04b128bb531f3c23b595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fdb9e6c7540740d4ad506105fb20e1c7"/>
  <p:tag name="KSO_WM_UNIT_TEXT_FILL_FORE_SCHEMECOLOR_INDEX_BRIGHTNESS" val="0"/>
  <p:tag name="KSO_WM_UNIT_TEXT_FILL_FORE_SCHEMECOLOR_INDEX" val="13"/>
  <p:tag name="KSO_WM_UNIT_TEXT_FILL_TYPE" val="1"/>
  <p:tag name="KSO_WM_TEMPLATE_ASSEMBLE_XID" val="60656f734054ed1e2fb80abd"/>
  <p:tag name="KSO_WM_TEMPLATE_ASSEMBLE_GROUPID" val="60656f734054ed1e2fb80ab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4363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12*540"/>
  <p:tag name="KSO_WM_SLIDE_POSITION" val="48*0"/>
  <p:tag name="KSO_WM_TAG_VERSION" val="1.0"/>
  <p:tag name="KSO_WM_BEAUTIFY_FLAG" val="#wm#"/>
  <p:tag name="KSO_WM_TEMPLATE_CATEGORY" val="diagram"/>
  <p:tag name="KSO_WM_TEMPLATE_INDEX" val="20214363"/>
  <p:tag name="KSO_WM_SLIDE_LAYOUT" val="a_d"/>
  <p:tag name="KSO_WM_SLIDE_LAYOUT_CNT" val="1_3"/>
  <p:tag name="KSO_WM_SLIDE_LAYOUT_INFO" val="{&quot;direction&quot;:1,&quot;id&quot;:&quot;2021-04-01T15:48:08&quot;,&quot;maxSize&quot;:{&quot;size1&quot;:66.2},&quot;minSize&quot;:{&quot;size1&quot;:50},&quot;normalSize&quot;:{&quot;size1&quot;:50.41875},&quot;subLayout&quot;:[{&quot;id&quot;:&quot;2021-04-01T15:48:08&quot;,&quot;maxSize&quot;:{&quot;size1&quot;:37.79968650073882},&quot;minSize&quot;:{&quot;size1&quot;:20.099686500738823},&quot;normalSize&quot;:{&quot;size1&quot;:20.099686500738823},&quot;subLayout&quot;:[{&quot;id&quot;:&quot;2021-04-01T15:48:08&quot;,&quot;margin&quot;:{&quot;bottom&quot;:0.02600000612437725,&quot;left&quot;:1.6929999589920044,&quot;right&quot;:1.6670000553131104,&quot;top&quot;:1.6929999589920044},&quot;type&quot;:0},{&quot;id&quot;:&quot;2021-04-01T15:48:08&quot;,&quot;margin&quot;:{&quot;bottom&quot;:1.6929999589920044,&quot;left&quot;:1.6929999589920044,&quot;right&quot;:1.6670000553131104,&quot;top&quot;:0.8199999928474426},&quot;type&quot;:0}],&quot;type&quot;:0},{&quot;backgroundInfo&quot;:[{&quot;bottom&quot;:0,&quot;bottomAbs&quot;:false,&quot;left&quot;:0,&quot;leftAbs&quot;:false,&quot;right&quot;:0,&quot;rightAbs&quot;:false,&quot;top&quot;:0,&quot;topAbs&quot;:false,&quot;type&quot;:&quot;leftRight&quot;}],&quot;id&quot;:&quot;2021-04-01T15:48:08&quot;,&quot;maxSize&quot;:{&quot;size1&quot;:48.999686500738825},&quot;minSize&quot;:{&quot;size1&quot;:37.79968650073882},&quot;normalSize&quot;:{&quot;size1&quot;:48.999686500738825},&quot;subLayout&quot;:[{&quot;id&quot;:&quot;2021-04-01T15:48:08&quot;,&quot;margin&quot;:{&quot;bottom&quot;:0.02600000612437725,&quot;left&quot;:0.8730000257492065,&quot;right&quot;:0.8460001349449158,&quot;top&quot;:0.847000002861023},&quot;type&quot;:0},{&quot;id&quot;:&quot;2021-04-01T15:48:08&quot;,&quot;margin&quot;:{&quot;bottom&quot;:0.847000002861023,&quot;left&quot;:0.8730000257492065,&quot;right&quot;:0.8460001349449158,&quot;top&quot;:0.3970000147819519},&quot;type&quot;:0}],&quot;type&quot;:0}],&quot;type&quot;:0}"/>
  <p:tag name="KSO_WM_SLIDE_BACKGROUND" val="[&quot;leftRight&quot;]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8e522f67ec5bfe25c15bda"/>
  <p:tag name="KSO_WM_CHIP_FILLPROP" val="[[{&quot;text_align&quot;:&quot;lb&quot;,&quot;text_direction&quot;:&quot;horizontal&quot;,&quot;support_big_font&quot;:false,&quot;fill_id&quot;:&quot;8b38b306c0a34531b024043091844dca&quot;,&quot;fill_align&quot;:&quot;lb&quot;,&quot;chip_types&quot;:[&quot;header&quot;]},{&quot;text_align&quot;:&quot;lt&quot;,&quot;text_direction&quot;:&quot;horizontal&quot;,&quot;support_features&quot;:[&quot;collage&quot;,&quot;carousel&quot;],&quot;support_big_font&quot;:false,&quot;fill_id&quot;:&quot;56d28697e0c14a7baed8c4423051d81a&quot;,&quot;fill_align&quot;:&quot;lt&quot;,&quot;chip_types&quot;:[&quot;diagram&quot;,&quot;pictext&quot;,&quot;text&quot;,&quot;picture&quot;,&quot;chart&quot;,&quot;table&quot;]},{&quot;text_align&quot;:&quot;lb&quot;,&quot;text_direction&quot;:&quot;horizontal&quot;,&quot;support_big_font&quot;:false,&quot;fill_id&quot;:&quot;99936fb45b7341739624990d837457cb&quot;,&quot;fill_align&quot;:&quot;lb&quot;,&quot;chip_types&quot;:[&quot;picture&quot;]},{&quot;text_align&quot;:&quot;lt&quot;,&quot;text_direction&quot;:&quot;horizontal&quot;,&quot;support_big_font&quot;:false,&quot;fill_id&quot;:&quot;478e5b436668402c8d1b8b9de673549b&quot;,&quot;fill_align&quot;:&quot;lt&quot;,&quot;chip_types&quot;:[&quot;picture&quot;]}]]"/>
  <p:tag name="KSO_WM_CHIP_DECFILLPROP" val="[]"/>
  <p:tag name="KSO_WM_CHIP_GROUPID" val="5ef094fb04715a2107802696"/>
  <p:tag name="KSO_WM_SLIDE_BK_DARK_LIGHT" val="2"/>
  <p:tag name="KSO_WM_SLIDE_BACKGROUND_TYPE" val="leftRight"/>
  <p:tag name="KSO_WM_SLIDE_SUPPORT_FEATURE_TYPE" val="0"/>
  <p:tag name="KSO_WM_TEMPLATE_ASSEMBLE_XID" val="60656f734054ed1e2fb80abd"/>
  <p:tag name="KSO_WM_TEMPLATE_ASSEMBLE_GROUPID" val="60656f734054ed1e2fb80ab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4363_1*a*1"/>
  <p:tag name="KSO_WM_TEMPLATE_CATEGORY" val="diagram"/>
  <p:tag name="KSO_WM_TEMPLATE_INDEX" val="20214363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b45d11f34bb04b128bb531f3c23b5956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b&quot;,&quot;fill_mode&quot;:&quot;full&quot;,&quot;sacle_strategy&quot;:&quot;smart&quot;}"/>
  <p:tag name="KSO_WM_ASSEMBLE_CHIP_INDEX" val="fdb9e6c7540740d4ad506105fb20e1c7"/>
  <p:tag name="KSO_WM_UNIT_TEXT_FILL_FORE_SCHEMECOLOR_INDEX_BRIGHTNESS" val="0"/>
  <p:tag name="KSO_WM_UNIT_TEXT_FILL_FORE_SCHEMECOLOR_INDEX" val="13"/>
  <p:tag name="KSO_WM_UNIT_TEXT_FILL_TYPE" val="1"/>
  <p:tag name="KSO_WM_TEMPLATE_ASSEMBLE_XID" val="60656f734054ed1e2fb80abd"/>
  <p:tag name="KSO_WM_TEMPLATE_ASSEMBLE_GROUPID" val="60656f734054ed1e2fb80ab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17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92"/>
  <p:tag name="KSO_WM_SLIDE_POSITION" val="36*24"/>
  <p:tag name="KSO_WM_TAG_VERSION" val="1.0"/>
  <p:tag name="KSO_WM_BEAUTIFY_FLAG" val="#wm#"/>
  <p:tag name="KSO_WM_TEMPLATE_CATEGORY" val="diagram"/>
  <p:tag name="KSO_WM_TEMPLATE_INDEX" val="20215178"/>
  <p:tag name="KSO_WM_SLIDE_LAYOUT" val="a_d"/>
  <p:tag name="KSO_WM_SLIDE_LAYOUT_CNT" val="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58:04&quot;,&quot;maxSize&quot;:{&quot;size1&quot;:15.7},&quot;minSize&quot;:{&quot;size1&quot;:15.7},&quot;normalSize&quot;:{&quot;size1&quot;:15.7},&quot;subLayout&quot;:[{&quot;id&quot;:&quot;2021-04-01T15:58:04&quot;,&quot;margin&quot;:{&quot;bottom&quot;:0.0260000042617321,&quot;left&quot;:1.2699999809265137,&quot;right&quot;:1.2699999809265137,&quot;top&quot;:0.847000002861023},&quot;type&quot;:0},{&quot;direction&quot;:1,&quot;id&quot;:&quot;2021-04-01T15:58:04&quot;,&quot;maxSize&quot;:{&quot;size1&quot;:58.7},&quot;minSize&quot;:{&quot;size1&quot;:42.5},&quot;normalSize&quot;:{&quot;size1&quot;:58.7},&quot;subLayout&quot;:[{&quot;id&quot;:&quot;2021-04-01T15:58:04&quot;,&quot;margin&quot;:{&quot;bottom&quot;:0.847000002861023,&quot;left&quot;:1.2699999809265137,&quot;right&quot;:0.8199999928474426,&quot;top&quot;:0.8199999928474426},&quot;type&quot;:0},{&quot;id&quot;:&quot;2021-04-01T15:58:04&quot;,&quot;maxSize&quot;:{&quot;size1&quot;:47.4},&quot;minSize&quot;:{&quot;size1&quot;:47.4},&quot;normalSize&quot;:{&quot;size1&quot;:47.4},&quot;subLayout&quot;:[{&quot;id&quot;:&quot;2021-04-01T15:58:04&quot;,&quot;margin&quot;:{&quot;bottom&quot;:0.0260000042617321,&quot;left&quot;:0.0260000042617321,&quot;right&quot;:1.2699999809265137,&quot;top&quot;:0.8199999928474426},&quot;type&quot;:0},{&quot;id&quot;:&quot;2021-04-01T15:58:04&quot;,&quot;margin&quot;:{&quot;bottom&quot;:0.847000002861023,&quot;left&quot;:0.0260000042617321,&quot;right&quot;:1.2699999809265137,&quot;top&quot;:0.8199999928474426},&quot;type&quot;:0}]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0fcc7605e68e5c80755dc3 "/>
  <p:tag name="KSO_WM_CHIP_FILLPROP" val="[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6185dfe2f69e4b33b276efb1f6396f29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text&quot;,&quot;picture&quot;,&quot;table&quot;]}],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big_font&quot;:false,&quot;fill_id&quot;:&quot;6185dfe2f69e4b33b276efb1f6396f29&quot;,&quot;fill_align&quot;:&quot;lm&quot;,&quot;chip_types&quot;:[&quot;text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picture&quot;,&quot;table&quot;]}]]"/>
  <p:tag name="KSO_WM_CHIP_DECFILLPROP" val="[]"/>
  <p:tag name="KSO_WM_CHIP_GROUPID" val="5f0fcc7605e68e5c80755dc2"/>
  <p:tag name="KSO_WM_SLIDE_BK_DARK_LIGHT" val="2"/>
  <p:tag name="KSO_WM_SLIDE_BACKGROUND_TYPE" val="general"/>
  <p:tag name="KSO_WM_SLIDE_SUPPORT_FEATURE_TYPE" val="0"/>
  <p:tag name="KSO_WM_TEMPLATE_ASSEMBLE_XID" val="60656fa64054ed1e2fb80e3c"/>
  <p:tag name="KSO_WM_TEMPLATE_ASSEMBLE_GROUPID" val="60656fa64054ed1e2fb80e3c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178_1*a*1"/>
  <p:tag name="KSO_WM_TEMPLATE_CATEGORY" val="diagram"/>
  <p:tag name="KSO_WM_TEMPLATE_INDEX" val="2021517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7550c8a97d3466fb239d6d47261f2f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f8e297dc5cb4c1ba3a545fdc47d13db"/>
  <p:tag name="KSO_WM_UNIT_TEXT_FILL_FORE_SCHEMECOLOR_INDEX_BRIGHTNESS" val="0"/>
  <p:tag name="KSO_WM_UNIT_TEXT_FILL_FORE_SCHEMECOLOR_INDEX" val="13"/>
  <p:tag name="KSO_WM_UNIT_TEXT_FILL_TYPE" val="1"/>
  <p:tag name="KSO_WM_TEMPLATE_ASSEMBLE_XID" val="60656fa64054ed1e2fb80e3c"/>
  <p:tag name="KSO_WM_TEMPLATE_ASSEMBLE_GROUPID" val="60656fa64054ed1e2fb80e3c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17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92"/>
  <p:tag name="KSO_WM_SLIDE_POSITION" val="36*24"/>
  <p:tag name="KSO_WM_TAG_VERSION" val="1.0"/>
  <p:tag name="KSO_WM_BEAUTIFY_FLAG" val="#wm#"/>
  <p:tag name="KSO_WM_TEMPLATE_CATEGORY" val="diagram"/>
  <p:tag name="KSO_WM_TEMPLATE_INDEX" val="20215178"/>
  <p:tag name="KSO_WM_SLIDE_LAYOUT" val="a_d"/>
  <p:tag name="KSO_WM_SLIDE_LAYOUT_CNT" val="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58:04&quot;,&quot;maxSize&quot;:{&quot;size1&quot;:15.7},&quot;minSize&quot;:{&quot;size1&quot;:15.7},&quot;normalSize&quot;:{&quot;size1&quot;:15.7},&quot;subLayout&quot;:[{&quot;id&quot;:&quot;2021-04-01T15:58:04&quot;,&quot;margin&quot;:{&quot;bottom&quot;:0.0260000042617321,&quot;left&quot;:1.2699999809265137,&quot;right&quot;:1.2699999809265137,&quot;top&quot;:0.847000002861023},&quot;type&quot;:0},{&quot;direction&quot;:1,&quot;id&quot;:&quot;2021-04-01T15:58:04&quot;,&quot;maxSize&quot;:{&quot;size1&quot;:58.7},&quot;minSize&quot;:{&quot;size1&quot;:42.5},&quot;normalSize&quot;:{&quot;size1&quot;:58.7},&quot;subLayout&quot;:[{&quot;id&quot;:&quot;2021-04-01T15:58:04&quot;,&quot;margin&quot;:{&quot;bottom&quot;:0.847000002861023,&quot;left&quot;:1.2699999809265137,&quot;right&quot;:0.8199999928474426,&quot;top&quot;:0.8199999928474426},&quot;type&quot;:0},{&quot;id&quot;:&quot;2021-04-01T15:58:04&quot;,&quot;maxSize&quot;:{&quot;size1&quot;:47.4},&quot;minSize&quot;:{&quot;size1&quot;:47.4},&quot;normalSize&quot;:{&quot;size1&quot;:47.4},&quot;subLayout&quot;:[{&quot;id&quot;:&quot;2021-04-01T15:58:04&quot;,&quot;margin&quot;:{&quot;bottom&quot;:0.0260000042617321,&quot;left&quot;:0.0260000042617321,&quot;right&quot;:1.2699999809265137,&quot;top&quot;:0.8199999928474426},&quot;type&quot;:0},{&quot;id&quot;:&quot;2021-04-01T15:58:04&quot;,&quot;margin&quot;:{&quot;bottom&quot;:0.847000002861023,&quot;left&quot;:0.0260000042617321,&quot;right&quot;:1.2699999809265137,&quot;top&quot;:0.8199999928474426},&quot;type&quot;:0}]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0fcc7605e68e5c80755dc3 "/>
  <p:tag name="KSO_WM_CHIP_FILLPROP" val="[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6185dfe2f69e4b33b276efb1f6396f29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text&quot;,&quot;picture&quot;,&quot;table&quot;]}],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big_font&quot;:false,&quot;fill_id&quot;:&quot;6185dfe2f69e4b33b276efb1f6396f29&quot;,&quot;fill_align&quot;:&quot;lm&quot;,&quot;chip_types&quot;:[&quot;text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picture&quot;,&quot;table&quot;]}]]"/>
  <p:tag name="KSO_WM_CHIP_DECFILLPROP" val="[]"/>
  <p:tag name="KSO_WM_CHIP_GROUPID" val="5f0fcc7605e68e5c80755dc2"/>
  <p:tag name="KSO_WM_SLIDE_BK_DARK_LIGHT" val="2"/>
  <p:tag name="KSO_WM_SLIDE_BACKGROUND_TYPE" val="general"/>
  <p:tag name="KSO_WM_SLIDE_SUPPORT_FEATURE_TYPE" val="0"/>
  <p:tag name="KSO_WM_TEMPLATE_ASSEMBLE_XID" val="60656fa64054ed1e2fb80e3c"/>
  <p:tag name="KSO_WM_TEMPLATE_ASSEMBLE_GROUPID" val="60656fa64054ed1e2fb80e3c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178_1*a*1"/>
  <p:tag name="KSO_WM_TEMPLATE_CATEGORY" val="diagram"/>
  <p:tag name="KSO_WM_TEMPLATE_INDEX" val="2021517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7550c8a97d3466fb239d6d47261f2f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f8e297dc5cb4c1ba3a545fdc47d13db"/>
  <p:tag name="KSO_WM_UNIT_TEXT_FILL_FORE_SCHEMECOLOR_INDEX_BRIGHTNESS" val="0"/>
  <p:tag name="KSO_WM_UNIT_TEXT_FILL_FORE_SCHEMECOLOR_INDEX" val="13"/>
  <p:tag name="KSO_WM_UNIT_TEXT_FILL_TYPE" val="1"/>
  <p:tag name="KSO_WM_TEMPLATE_ASSEMBLE_XID" val="60656fa64054ed1e2fb80e3c"/>
  <p:tag name="KSO_WM_TEMPLATE_ASSEMBLE_GROUPID" val="60656fa64054ed1e2fb80e3c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17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92"/>
  <p:tag name="KSO_WM_SLIDE_POSITION" val="36*24"/>
  <p:tag name="KSO_WM_TAG_VERSION" val="1.0"/>
  <p:tag name="KSO_WM_BEAUTIFY_FLAG" val="#wm#"/>
  <p:tag name="KSO_WM_TEMPLATE_CATEGORY" val="diagram"/>
  <p:tag name="KSO_WM_TEMPLATE_INDEX" val="20215178"/>
  <p:tag name="KSO_WM_SLIDE_LAYOUT" val="a_d"/>
  <p:tag name="KSO_WM_SLIDE_LAYOUT_CNT" val="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58:04&quot;,&quot;maxSize&quot;:{&quot;size1&quot;:15.7},&quot;minSize&quot;:{&quot;size1&quot;:15.7},&quot;normalSize&quot;:{&quot;size1&quot;:15.7},&quot;subLayout&quot;:[{&quot;id&quot;:&quot;2021-04-01T15:58:04&quot;,&quot;margin&quot;:{&quot;bottom&quot;:0.0260000042617321,&quot;left&quot;:1.2699999809265137,&quot;right&quot;:1.2699999809265137,&quot;top&quot;:0.847000002861023},&quot;type&quot;:0},{&quot;direction&quot;:1,&quot;id&quot;:&quot;2021-04-01T15:58:04&quot;,&quot;maxSize&quot;:{&quot;size1&quot;:58.7},&quot;minSize&quot;:{&quot;size1&quot;:42.5},&quot;normalSize&quot;:{&quot;size1&quot;:58.7},&quot;subLayout&quot;:[{&quot;id&quot;:&quot;2021-04-01T15:58:04&quot;,&quot;margin&quot;:{&quot;bottom&quot;:0.847000002861023,&quot;left&quot;:1.2699999809265137,&quot;right&quot;:0.8199999928474426,&quot;top&quot;:0.8199999928474426},&quot;type&quot;:0},{&quot;id&quot;:&quot;2021-04-01T15:58:04&quot;,&quot;maxSize&quot;:{&quot;size1&quot;:47.4},&quot;minSize&quot;:{&quot;size1&quot;:47.4},&quot;normalSize&quot;:{&quot;size1&quot;:47.4},&quot;subLayout&quot;:[{&quot;id&quot;:&quot;2021-04-01T15:58:04&quot;,&quot;margin&quot;:{&quot;bottom&quot;:0.0260000042617321,&quot;left&quot;:0.0260000042617321,&quot;right&quot;:1.2699999809265137,&quot;top&quot;:0.8199999928474426},&quot;type&quot;:0},{&quot;id&quot;:&quot;2021-04-01T15:58:04&quot;,&quot;margin&quot;:{&quot;bottom&quot;:0.847000002861023,&quot;left&quot;:0.0260000042617321,&quot;right&quot;:1.2699999809265137,&quot;top&quot;:0.8199999928474426},&quot;type&quot;:0}]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0fcc7605e68e5c80755dc3 "/>
  <p:tag name="KSO_WM_CHIP_FILLPROP" val="[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6185dfe2f69e4b33b276efb1f6396f29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text&quot;,&quot;picture&quot;,&quot;table&quot;]}],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big_font&quot;:false,&quot;fill_id&quot;:&quot;6185dfe2f69e4b33b276efb1f6396f29&quot;,&quot;fill_align&quot;:&quot;lm&quot;,&quot;chip_types&quot;:[&quot;text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picture&quot;,&quot;table&quot;]}]]"/>
  <p:tag name="KSO_WM_CHIP_DECFILLPROP" val="[]"/>
  <p:tag name="KSO_WM_CHIP_GROUPID" val="5f0fcc7605e68e5c80755dc2"/>
  <p:tag name="KSO_WM_SLIDE_BK_DARK_LIGHT" val="2"/>
  <p:tag name="KSO_WM_SLIDE_BACKGROUND_TYPE" val="general"/>
  <p:tag name="KSO_WM_SLIDE_SUPPORT_FEATURE_TYPE" val="0"/>
  <p:tag name="KSO_WM_TEMPLATE_ASSEMBLE_XID" val="60656fa64054ed1e2fb80e3c"/>
  <p:tag name="KSO_WM_TEMPLATE_ASSEMBLE_GROUPID" val="60656fa64054ed1e2fb80e3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178_1*a*1"/>
  <p:tag name="KSO_WM_TEMPLATE_CATEGORY" val="diagram"/>
  <p:tag name="KSO_WM_TEMPLATE_INDEX" val="2021517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7550c8a97d3466fb239d6d47261f2f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f8e297dc5cb4c1ba3a545fdc47d13db"/>
  <p:tag name="KSO_WM_UNIT_TEXT_FILL_FORE_SCHEMECOLOR_INDEX_BRIGHTNESS" val="0"/>
  <p:tag name="KSO_WM_UNIT_TEXT_FILL_FORE_SCHEMECOLOR_INDEX" val="13"/>
  <p:tag name="KSO_WM_UNIT_TEXT_FILL_TYPE" val="1"/>
  <p:tag name="KSO_WM_TEMPLATE_ASSEMBLE_XID" val="60656fa64054ed1e2fb80e3c"/>
  <p:tag name="KSO_WM_TEMPLATE_ASSEMBLE_GROUPID" val="60656fa64054ed1e2fb80e3c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17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92"/>
  <p:tag name="KSO_WM_SLIDE_POSITION" val="36*24"/>
  <p:tag name="KSO_WM_TAG_VERSION" val="1.0"/>
  <p:tag name="KSO_WM_BEAUTIFY_FLAG" val="#wm#"/>
  <p:tag name="KSO_WM_TEMPLATE_CATEGORY" val="diagram"/>
  <p:tag name="KSO_WM_TEMPLATE_INDEX" val="20215178"/>
  <p:tag name="KSO_WM_SLIDE_LAYOUT" val="a_d"/>
  <p:tag name="KSO_WM_SLIDE_LAYOUT_CNT" val="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58:04&quot;,&quot;maxSize&quot;:{&quot;size1&quot;:15.7},&quot;minSize&quot;:{&quot;size1&quot;:15.7},&quot;normalSize&quot;:{&quot;size1&quot;:15.7},&quot;subLayout&quot;:[{&quot;id&quot;:&quot;2021-04-01T15:58:04&quot;,&quot;margin&quot;:{&quot;bottom&quot;:0.0260000042617321,&quot;left&quot;:1.2699999809265137,&quot;right&quot;:1.2699999809265137,&quot;top&quot;:0.847000002861023},&quot;type&quot;:0},{&quot;direction&quot;:1,&quot;id&quot;:&quot;2021-04-01T15:58:04&quot;,&quot;maxSize&quot;:{&quot;size1&quot;:58.7},&quot;minSize&quot;:{&quot;size1&quot;:42.5},&quot;normalSize&quot;:{&quot;size1&quot;:58.7},&quot;subLayout&quot;:[{&quot;id&quot;:&quot;2021-04-01T15:58:04&quot;,&quot;margin&quot;:{&quot;bottom&quot;:0.847000002861023,&quot;left&quot;:1.2699999809265137,&quot;right&quot;:0.8199999928474426,&quot;top&quot;:0.8199999928474426},&quot;type&quot;:0},{&quot;id&quot;:&quot;2021-04-01T15:58:04&quot;,&quot;maxSize&quot;:{&quot;size1&quot;:47.4},&quot;minSize&quot;:{&quot;size1&quot;:47.4},&quot;normalSize&quot;:{&quot;size1&quot;:47.4},&quot;subLayout&quot;:[{&quot;id&quot;:&quot;2021-04-01T15:58:04&quot;,&quot;margin&quot;:{&quot;bottom&quot;:0.0260000042617321,&quot;left&quot;:0.0260000042617321,&quot;right&quot;:1.2699999809265137,&quot;top&quot;:0.8199999928474426},&quot;type&quot;:0},{&quot;id&quot;:&quot;2021-04-01T15:58:04&quot;,&quot;margin&quot;:{&quot;bottom&quot;:0.847000002861023,&quot;left&quot;:0.0260000042617321,&quot;right&quot;:1.2699999809265137,&quot;top&quot;:0.8199999928474426},&quot;type&quot;:0}]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0fcc7605e68e5c80755dc3 "/>
  <p:tag name="KSO_WM_CHIP_FILLPROP" val="[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6185dfe2f69e4b33b276efb1f6396f29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text&quot;,&quot;picture&quot;,&quot;table&quot;]}],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big_font&quot;:false,&quot;fill_id&quot;:&quot;6185dfe2f69e4b33b276efb1f6396f29&quot;,&quot;fill_align&quot;:&quot;lm&quot;,&quot;chip_types&quot;:[&quot;text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picture&quot;,&quot;table&quot;]}]]"/>
  <p:tag name="KSO_WM_CHIP_DECFILLPROP" val="[]"/>
  <p:tag name="KSO_WM_CHIP_GROUPID" val="5f0fcc7605e68e5c80755dc2"/>
  <p:tag name="KSO_WM_SLIDE_BK_DARK_LIGHT" val="2"/>
  <p:tag name="KSO_WM_SLIDE_BACKGROUND_TYPE" val="general"/>
  <p:tag name="KSO_WM_SLIDE_SUPPORT_FEATURE_TYPE" val="0"/>
  <p:tag name="KSO_WM_TEMPLATE_ASSEMBLE_XID" val="60656fa64054ed1e2fb80e3c"/>
  <p:tag name="KSO_WM_TEMPLATE_ASSEMBLE_GROUPID" val="60656fa64054ed1e2fb80e3c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178_1*a*1"/>
  <p:tag name="KSO_WM_TEMPLATE_CATEGORY" val="diagram"/>
  <p:tag name="KSO_WM_TEMPLATE_INDEX" val="2021517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7550c8a97d3466fb239d6d47261f2f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f8e297dc5cb4c1ba3a545fdc47d13db"/>
  <p:tag name="KSO_WM_UNIT_TEXT_FILL_FORE_SCHEMECOLOR_INDEX_BRIGHTNESS" val="0"/>
  <p:tag name="KSO_WM_UNIT_TEXT_FILL_FORE_SCHEMECOLOR_INDEX" val="13"/>
  <p:tag name="KSO_WM_UNIT_TEXT_FILL_TYPE" val="1"/>
  <p:tag name="KSO_WM_TEMPLATE_ASSEMBLE_XID" val="60656fa64054ed1e2fb80e3c"/>
  <p:tag name="KSO_WM_TEMPLATE_ASSEMBLE_GROUPID" val="60656fa64054ed1e2fb80e3c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17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92"/>
  <p:tag name="KSO_WM_SLIDE_POSITION" val="36*24"/>
  <p:tag name="KSO_WM_TAG_VERSION" val="1.0"/>
  <p:tag name="KSO_WM_BEAUTIFY_FLAG" val="#wm#"/>
  <p:tag name="KSO_WM_TEMPLATE_CATEGORY" val="diagram"/>
  <p:tag name="KSO_WM_TEMPLATE_INDEX" val="20215178"/>
  <p:tag name="KSO_WM_SLIDE_LAYOUT" val="a_d"/>
  <p:tag name="KSO_WM_SLIDE_LAYOUT_CNT" val="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58:04&quot;,&quot;maxSize&quot;:{&quot;size1&quot;:15.7},&quot;minSize&quot;:{&quot;size1&quot;:15.7},&quot;normalSize&quot;:{&quot;size1&quot;:15.7},&quot;subLayout&quot;:[{&quot;id&quot;:&quot;2021-04-01T15:58:04&quot;,&quot;margin&quot;:{&quot;bottom&quot;:0.0260000042617321,&quot;left&quot;:1.2699999809265137,&quot;right&quot;:1.2699999809265137,&quot;top&quot;:0.847000002861023},&quot;type&quot;:0},{&quot;direction&quot;:1,&quot;id&quot;:&quot;2021-04-01T15:58:04&quot;,&quot;maxSize&quot;:{&quot;size1&quot;:58.7},&quot;minSize&quot;:{&quot;size1&quot;:42.5},&quot;normalSize&quot;:{&quot;size1&quot;:58.7},&quot;subLayout&quot;:[{&quot;id&quot;:&quot;2021-04-01T15:58:04&quot;,&quot;margin&quot;:{&quot;bottom&quot;:0.847000002861023,&quot;left&quot;:1.2699999809265137,&quot;right&quot;:0.8199999928474426,&quot;top&quot;:0.8199999928474426},&quot;type&quot;:0},{&quot;id&quot;:&quot;2021-04-01T15:58:04&quot;,&quot;maxSize&quot;:{&quot;size1&quot;:47.4},&quot;minSize&quot;:{&quot;size1&quot;:47.4},&quot;normalSize&quot;:{&quot;size1&quot;:47.4},&quot;subLayout&quot;:[{&quot;id&quot;:&quot;2021-04-01T15:58:04&quot;,&quot;margin&quot;:{&quot;bottom&quot;:0.0260000042617321,&quot;left&quot;:0.0260000042617321,&quot;right&quot;:1.2699999809265137,&quot;top&quot;:0.8199999928474426},&quot;type&quot;:0},{&quot;id&quot;:&quot;2021-04-01T15:58:04&quot;,&quot;margin&quot;:{&quot;bottom&quot;:0.847000002861023,&quot;left&quot;:0.0260000042617321,&quot;right&quot;:1.2699999809265137,&quot;top&quot;:0.8199999928474426},&quot;type&quot;:0}]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0fcc7605e68e5c80755dc3 "/>
  <p:tag name="KSO_WM_CHIP_FILLPROP" val="[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6185dfe2f69e4b33b276efb1f6396f29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text&quot;,&quot;picture&quot;,&quot;table&quot;]}],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big_font&quot;:false,&quot;fill_id&quot;:&quot;6185dfe2f69e4b33b276efb1f6396f29&quot;,&quot;fill_align&quot;:&quot;lm&quot;,&quot;chip_types&quot;:[&quot;text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picture&quot;,&quot;table&quot;]}]]"/>
  <p:tag name="KSO_WM_CHIP_DECFILLPROP" val="[]"/>
  <p:tag name="KSO_WM_CHIP_GROUPID" val="5f0fcc7605e68e5c80755dc2"/>
  <p:tag name="KSO_WM_SLIDE_BK_DARK_LIGHT" val="2"/>
  <p:tag name="KSO_WM_SLIDE_BACKGROUND_TYPE" val="general"/>
  <p:tag name="KSO_WM_SLIDE_SUPPORT_FEATURE_TYPE" val="0"/>
  <p:tag name="KSO_WM_TEMPLATE_ASSEMBLE_XID" val="60656fa64054ed1e2fb80e3c"/>
  <p:tag name="KSO_WM_TEMPLATE_ASSEMBLE_GROUPID" val="60656fa64054ed1e2fb80e3c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178_1*a*1"/>
  <p:tag name="KSO_WM_TEMPLATE_CATEGORY" val="diagram"/>
  <p:tag name="KSO_WM_TEMPLATE_INDEX" val="2021517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7550c8a97d3466fb239d6d47261f2f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f8e297dc5cb4c1ba3a545fdc47d13db"/>
  <p:tag name="KSO_WM_UNIT_TEXT_FILL_FORE_SCHEMECOLOR_INDEX_BRIGHTNESS" val="0"/>
  <p:tag name="KSO_WM_UNIT_TEXT_FILL_FORE_SCHEMECOLOR_INDEX" val="13"/>
  <p:tag name="KSO_WM_UNIT_TEXT_FILL_TYPE" val="1"/>
  <p:tag name="KSO_WM_TEMPLATE_ASSEMBLE_XID" val="60656fa64054ed1e2fb80e3c"/>
  <p:tag name="KSO_WM_TEMPLATE_ASSEMBLE_GROUPID" val="60656fa64054ed1e2fb80e3c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17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92"/>
  <p:tag name="KSO_WM_SLIDE_POSITION" val="36*24"/>
  <p:tag name="KSO_WM_TAG_VERSION" val="1.0"/>
  <p:tag name="KSO_WM_BEAUTIFY_FLAG" val="#wm#"/>
  <p:tag name="KSO_WM_TEMPLATE_CATEGORY" val="diagram"/>
  <p:tag name="KSO_WM_TEMPLATE_INDEX" val="20215178"/>
  <p:tag name="KSO_WM_SLIDE_LAYOUT" val="a_d"/>
  <p:tag name="KSO_WM_SLIDE_LAYOUT_CNT" val="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58:04&quot;,&quot;maxSize&quot;:{&quot;size1&quot;:15.7},&quot;minSize&quot;:{&quot;size1&quot;:15.7},&quot;normalSize&quot;:{&quot;size1&quot;:15.7},&quot;subLayout&quot;:[{&quot;id&quot;:&quot;2021-04-01T15:58:04&quot;,&quot;margin&quot;:{&quot;bottom&quot;:0.0260000042617321,&quot;left&quot;:1.2699999809265137,&quot;right&quot;:1.2699999809265137,&quot;top&quot;:0.847000002861023},&quot;type&quot;:0},{&quot;direction&quot;:1,&quot;id&quot;:&quot;2021-04-01T15:58:04&quot;,&quot;maxSize&quot;:{&quot;size1&quot;:58.7},&quot;minSize&quot;:{&quot;size1&quot;:42.5},&quot;normalSize&quot;:{&quot;size1&quot;:58.7},&quot;subLayout&quot;:[{&quot;id&quot;:&quot;2021-04-01T15:58:04&quot;,&quot;margin&quot;:{&quot;bottom&quot;:0.847000002861023,&quot;left&quot;:1.2699999809265137,&quot;right&quot;:0.8199999928474426,&quot;top&quot;:0.8199999928474426},&quot;type&quot;:0},{&quot;id&quot;:&quot;2021-04-01T15:58:04&quot;,&quot;maxSize&quot;:{&quot;size1&quot;:47.4},&quot;minSize&quot;:{&quot;size1&quot;:47.4},&quot;normalSize&quot;:{&quot;size1&quot;:47.4},&quot;subLayout&quot;:[{&quot;id&quot;:&quot;2021-04-01T15:58:04&quot;,&quot;margin&quot;:{&quot;bottom&quot;:0.0260000042617321,&quot;left&quot;:0.0260000042617321,&quot;right&quot;:1.2699999809265137,&quot;top&quot;:0.8199999928474426},&quot;type&quot;:0},{&quot;id&quot;:&quot;2021-04-01T15:58:04&quot;,&quot;margin&quot;:{&quot;bottom&quot;:0.847000002861023,&quot;left&quot;:0.0260000042617321,&quot;right&quot;:1.2699999809265137,&quot;top&quot;:0.8199999928474426},&quot;type&quot;:0}]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0fcc7605e68e5c80755dc3 "/>
  <p:tag name="KSO_WM_CHIP_FILLPROP" val="[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6185dfe2f69e4b33b276efb1f6396f29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text&quot;,&quot;picture&quot;,&quot;table&quot;]}],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big_font&quot;:false,&quot;fill_id&quot;:&quot;6185dfe2f69e4b33b276efb1f6396f29&quot;,&quot;fill_align&quot;:&quot;lm&quot;,&quot;chip_types&quot;:[&quot;text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picture&quot;,&quot;table&quot;]}]]"/>
  <p:tag name="KSO_WM_CHIP_DECFILLPROP" val="[]"/>
  <p:tag name="KSO_WM_CHIP_GROUPID" val="5f0fcc7605e68e5c80755dc2"/>
  <p:tag name="KSO_WM_SLIDE_BK_DARK_LIGHT" val="2"/>
  <p:tag name="KSO_WM_SLIDE_BACKGROUND_TYPE" val="general"/>
  <p:tag name="KSO_WM_SLIDE_SUPPORT_FEATURE_TYPE" val="0"/>
  <p:tag name="KSO_WM_TEMPLATE_ASSEMBLE_XID" val="60656fa64054ed1e2fb80e3c"/>
  <p:tag name="KSO_WM_TEMPLATE_ASSEMBLE_GROUPID" val="60656fa64054ed1e2fb80e3c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178_1*a*1"/>
  <p:tag name="KSO_WM_TEMPLATE_CATEGORY" val="diagram"/>
  <p:tag name="KSO_WM_TEMPLATE_INDEX" val="2021517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7550c8a97d3466fb239d6d47261f2f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f8e297dc5cb4c1ba3a545fdc47d13db"/>
  <p:tag name="KSO_WM_UNIT_TEXT_FILL_FORE_SCHEMECOLOR_INDEX_BRIGHTNESS" val="0"/>
  <p:tag name="KSO_WM_UNIT_TEXT_FILL_FORE_SCHEMECOLOR_INDEX" val="13"/>
  <p:tag name="KSO_WM_UNIT_TEXT_FILL_TYPE" val="1"/>
  <p:tag name="KSO_WM_TEMPLATE_ASSEMBLE_XID" val="60656fa64054ed1e2fb80e3c"/>
  <p:tag name="KSO_WM_TEMPLATE_ASSEMBLE_GROUPID" val="60656fa64054ed1e2fb80e3c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diagram2021517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92"/>
  <p:tag name="KSO_WM_SLIDE_POSITION" val="36*24"/>
  <p:tag name="KSO_WM_TAG_VERSION" val="1.0"/>
  <p:tag name="KSO_WM_BEAUTIFY_FLAG" val="#wm#"/>
  <p:tag name="KSO_WM_TEMPLATE_CATEGORY" val="diagram"/>
  <p:tag name="KSO_WM_TEMPLATE_INDEX" val="20215178"/>
  <p:tag name="KSO_WM_SLIDE_LAYOUT" val="a_d"/>
  <p:tag name="KSO_WM_SLIDE_LAYOUT_CNT" val="1_3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5:58:04&quot;,&quot;maxSize&quot;:{&quot;size1&quot;:15.7},&quot;minSize&quot;:{&quot;size1&quot;:15.7},&quot;normalSize&quot;:{&quot;size1&quot;:15.7},&quot;subLayout&quot;:[{&quot;id&quot;:&quot;2021-04-01T15:58:04&quot;,&quot;margin&quot;:{&quot;bottom&quot;:0.0260000042617321,&quot;left&quot;:1.2699999809265137,&quot;right&quot;:1.2699999809265137,&quot;top&quot;:0.847000002861023},&quot;type&quot;:0},{&quot;direction&quot;:1,&quot;id&quot;:&quot;2021-04-01T15:58:04&quot;,&quot;maxSize&quot;:{&quot;size1&quot;:58.7},&quot;minSize&quot;:{&quot;size1&quot;:42.5},&quot;normalSize&quot;:{&quot;size1&quot;:58.7},&quot;subLayout&quot;:[{&quot;id&quot;:&quot;2021-04-01T15:58:04&quot;,&quot;margin&quot;:{&quot;bottom&quot;:0.847000002861023,&quot;left&quot;:1.2699999809265137,&quot;right&quot;:0.8199999928474426,&quot;top&quot;:0.8199999928474426},&quot;type&quot;:0},{&quot;id&quot;:&quot;2021-04-01T15:58:04&quot;,&quot;maxSize&quot;:{&quot;size1&quot;:47.4},&quot;minSize&quot;:{&quot;size1&quot;:47.4},&quot;normalSize&quot;:{&quot;size1&quot;:47.4},&quot;subLayout&quot;:[{&quot;id&quot;:&quot;2021-04-01T15:58:04&quot;,&quot;margin&quot;:{&quot;bottom&quot;:0.0260000042617321,&quot;left&quot;:0.0260000042617321,&quot;right&quot;:1.2699999809265137,&quot;top&quot;:0.8199999928474426},&quot;type&quot;:0},{&quot;id&quot;:&quot;2021-04-01T15:58:04&quot;,&quot;margin&quot;:{&quot;bottom&quot;:0.847000002861023,&quot;left&quot;:0.0260000042617321,&quot;right&quot;:1.2699999809265137,&quot;top&quot;:0.8199999928474426},&quot;type&quot;:0}],&quot;type&quot;:0}],&quot;type&quot;:0}],&quot;type&quot;:0}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0fcc7605e68e5c80755dc3 "/>
  <p:tag name="KSO_WM_CHIP_FILLPROP" val="[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features&quot;:[&quot;collage&quot;,&quot;carousel&quot;,&quot;creativecrop&quot;],&quot;support_big_font&quot;:false,&quot;fill_id&quot;:&quot;6185dfe2f69e4b33b276efb1f6396f29&quot;,&quot;fill_align&quot;:&quot;lm&quot;,&quot;chip_types&quot;:[&quot;diagram&quot;,&quot;pictext&quot;,&quot;picture&quot;,&quot;chart&quot;,&quot;table&quot;,&quot;video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text&quot;,&quot;picture&quot;,&quot;table&quot;]}],[{&quot;text_align&quot;:&quot;lm&quot;,&quot;text_direction&quot;:&quot;horizontal&quot;,&quot;support_big_font&quot;:false,&quot;fill_id&quot;:&quot;c427251cb9fa4f5abcbf0d4d87c62116&quot;,&quot;fill_align&quot;:&quot;lm&quot;,&quot;chip_types&quot;:[&quot;header&quot;]},{&quot;text_align&quot;:&quot;lm&quot;,&quot;text_direction&quot;:&quot;horizontal&quot;,&quot;support_big_font&quot;:false,&quot;fill_id&quot;:&quot;6185dfe2f69e4b33b276efb1f6396f29&quot;,&quot;fill_align&quot;:&quot;lm&quot;,&quot;chip_types&quot;:[&quot;text&quot;]},{&quot;text_align&quot;:&quot;lm&quot;,&quot;text_direction&quot;:&quot;horizontal&quot;,&quot;support_big_font&quot;:false,&quot;fill_id&quot;:&quot;d87aa51092b94ad1b53f0ca131f68eba&quot;,&quot;fill_align&quot;:&quot;lm&quot;,&quot;chip_types&quot;:[&quot;pictext&quot;,&quot;picture&quot;,&quot;table&quot;]},{&quot;text_align&quot;:&quot;lm&quot;,&quot;text_direction&quot;:&quot;horizontal&quot;,&quot;support_big_font&quot;:false,&quot;fill_id&quot;:&quot;887854800e6440bda1727bc371133c2a&quot;,&quot;fill_align&quot;:&quot;lm&quot;,&quot;chip_types&quot;:[&quot;pictext&quot;,&quot;picture&quot;,&quot;table&quot;]}]]"/>
  <p:tag name="KSO_WM_CHIP_DECFILLPROP" val="[]"/>
  <p:tag name="KSO_WM_CHIP_GROUPID" val="5f0fcc7605e68e5c80755dc2"/>
  <p:tag name="KSO_WM_SLIDE_BK_DARK_LIGHT" val="2"/>
  <p:tag name="KSO_WM_SLIDE_BACKGROUND_TYPE" val="general"/>
  <p:tag name="KSO_WM_SLIDE_SUPPORT_FEATURE_TYPE" val="0"/>
  <p:tag name="KSO_WM_TEMPLATE_ASSEMBLE_XID" val="60656fa64054ed1e2fb80e3c"/>
  <p:tag name="KSO_WM_TEMPLATE_ASSEMBLE_GROUPID" val="60656fa64054ed1e2fb80e3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5178_1*a*1"/>
  <p:tag name="KSO_WM_TEMPLATE_CATEGORY" val="diagram"/>
  <p:tag name="KSO_WM_TEMPLATE_INDEX" val="20215178"/>
  <p:tag name="KSO_WM_UNIT_LAYERLEVEL" val="1"/>
  <p:tag name="KSO_WM_TAG_VERSION" val="1.0"/>
  <p:tag name="KSO_WM_BEAUTIFY_FLAG" val="#wm#"/>
  <p:tag name="KSO_WM_UNIT_PRESET_TEXT" val="单击此处添加大标题内容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27550c8a97d3466fb239d6d47261f2f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ef8e297dc5cb4c1ba3a545fdc47d13db"/>
  <p:tag name="KSO_WM_UNIT_TEXT_FILL_FORE_SCHEMECOLOR_INDEX_BRIGHTNESS" val="0"/>
  <p:tag name="KSO_WM_UNIT_TEXT_FILL_FORE_SCHEMECOLOR_INDEX" val="13"/>
  <p:tag name="KSO_WM_UNIT_TEXT_FILL_TYPE" val="1"/>
  <p:tag name="KSO_WM_TEMPLATE_ASSEMBLE_XID" val="60656fa64054ed1e2fb80e3c"/>
  <p:tag name="KSO_WM_TEMPLATE_ASSEMBLE_GROUPID" val="60656fa64054ed1e2fb80e3c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3F3F3F"/>
      </a:dk2>
      <a:lt2>
        <a:srgbClr val="FCFCFC"/>
      </a:lt2>
      <a:accent1>
        <a:srgbClr val="F8D35E"/>
      </a:accent1>
      <a:accent2>
        <a:srgbClr val="1B6AA3"/>
      </a:accent2>
      <a:accent3>
        <a:srgbClr val="3FD5BA"/>
      </a:accent3>
      <a:accent4>
        <a:srgbClr val="F47264"/>
      </a:accent4>
      <a:accent5>
        <a:srgbClr val="8F8FBF"/>
      </a:accent5>
      <a:accent6>
        <a:srgbClr val="7CC8EC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877</Words>
  <Application>Microsoft Office PowerPoint</Application>
  <PresentationFormat>全屏显示(16:9)</PresentationFormat>
  <Paragraphs>120</Paragraphs>
  <Slides>18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굴림</vt:lpstr>
      <vt:lpstr>Microsoft JhengHei UI Light</vt:lpstr>
      <vt:lpstr>Source Han Sans CN Medium</vt:lpstr>
      <vt:lpstr>黑体</vt:lpstr>
      <vt:lpstr>宋体</vt:lpstr>
      <vt:lpstr>微软雅黑</vt:lpstr>
      <vt:lpstr>Arial</vt:lpstr>
      <vt:lpstr>Wingdings</vt:lpstr>
      <vt:lpstr>Office Theme</vt:lpstr>
      <vt:lpstr>小程序打包优化分享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</dc:creator>
  <cp:lastModifiedBy>王俊然5</cp:lastModifiedBy>
  <cp:revision>335</cp:revision>
  <dcterms:created xsi:type="dcterms:W3CDTF">2023-02-20T06:15:17Z</dcterms:created>
  <dcterms:modified xsi:type="dcterms:W3CDTF">2025-03-31T10:45:28Z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A301BBC6087F7C7A0D04F263A9FA372E</vt:lpwstr>
  </property>
  <property fmtid="{D5CDD505-2E9C-101B-9397-08002B2CF9AE}" pid="3" name="KSOProductBuildVer">
    <vt:lpwstr>2052-5.1.1.7676</vt:lpwstr>
  </property>
</Properties>
</file>